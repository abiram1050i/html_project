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4" r:id="rId3"/>
    <p:sldId id="257" r:id="rId4"/>
    <p:sldId id="258" r:id="rId5"/>
    <p:sldId id="291" r:id="rId6"/>
    <p:sldId id="290" r:id="rId7"/>
    <p:sldId id="286" r:id="rId8"/>
    <p:sldId id="294" r:id="rId9"/>
    <p:sldId id="287" r:id="rId10"/>
    <p:sldId id="295" r:id="rId11"/>
    <p:sldId id="288" r:id="rId12"/>
    <p:sldId id="296" r:id="rId13"/>
    <p:sldId id="285" r:id="rId14"/>
    <p:sldId id="297" r:id="rId15"/>
    <p:sldId id="298" r:id="rId16"/>
    <p:sldId id="299" r:id="rId17"/>
    <p:sldId id="300" r:id="rId18"/>
    <p:sldId id="293" r:id="rId19"/>
    <p:sldId id="29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632D"/>
    <a:srgbClr val="8B632A"/>
    <a:srgbClr val="993300"/>
    <a:srgbClr val="FFF2CC"/>
    <a:srgbClr val="E0DCB3"/>
    <a:srgbClr val="FFFFFA"/>
    <a:srgbClr val="A09E9A"/>
    <a:srgbClr val="A09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9" autoAdjust="0"/>
    <p:restoredTop sz="94660"/>
  </p:normalViewPr>
  <p:slideViewPr>
    <p:cSldViewPr snapToGrid="0">
      <p:cViewPr varScale="1">
        <p:scale>
          <a:sx n="69" d="100"/>
          <a:sy n="69" d="100"/>
        </p:scale>
        <p:origin x="10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4B13B-5B9A-47DD-8CE5-24140B224C56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93D04-B21F-460D-B507-4F17E8493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4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93D04-B21F-460D-B507-4F17E8493E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01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93D04-B21F-460D-B507-4F17E8493E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21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3132-6450-F5FD-C366-5C84DECE2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0DCFB-86E6-5BC4-604B-E158C6DEA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47CE8-0A8C-380F-52FF-7FB30B368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D226F-B325-59C3-FFBE-D0F0AE54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014E-378E-C9E2-92CC-B803BD41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6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F2A6-01FB-BB5D-4408-1BB00BA6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E3BE4-3019-D870-98D9-962C088D3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B7133-D02A-86FA-D49A-5DB9D810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2363-5A40-DB69-39A9-A5EA21E7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D09D3-6B63-EE9C-A5E1-7C3060881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5482-3AFF-9F34-83C1-5BA2C83C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C8DB1-68EC-5E09-69F6-7072053CB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5B36C-7DA2-A6B7-302D-B17A2D96D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BC31A-4A4C-C061-8144-306D9040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3C125-1FAA-FC77-4627-D1FDA592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4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8EA31-BA8F-8D07-DAFA-8AAF2587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1EC18-7B99-0A5B-5A03-0BA5526DB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1B8A0-7C01-BA36-7BFA-F9B7A9CC1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0AC57-ED57-CC36-FE02-0681FF589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A21C3-D1B5-74C1-77EB-E17AAB85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CB70A-9F00-59A9-261B-4A8C99719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85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6AA40-01F2-3910-81F0-0A327C1A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ABED5-3A65-A160-983B-C44320AC2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95E02-D098-42C0-2693-D031A0C31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823076-58DC-CA5D-6B50-AB1B1276A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B91A6-8DDF-6AAC-86CF-9348E8BC8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8E0477-3C7E-51BA-A7A1-7AD6BC24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959A65-FE5B-1379-2756-ED10FA67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68F0BE-E207-C4D2-4218-3FE4E2CC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39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B8DB-E480-D9E3-E233-8D564790A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A3E85-83D0-D726-A30E-7C4127CCA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DC5B6-1BDD-7D2D-8159-FBB78AA4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529F9-EC53-8202-9058-00856BAD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30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A5AC9-4D80-0DAC-7B1D-79BD77B8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435AD4-58D0-D65C-8D79-9D86A1D37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73FB8-43B1-D360-89E4-17EE194A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8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C734-D542-2C3E-21C0-7DFA0B8D2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23CE3-4C00-F90D-0FBC-B2907E39A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468D0-AA00-62A6-1CD7-5E64E2517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F0997-ABB0-4799-9151-2736C320F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AF6C8-8042-8C31-6AFF-7A98149C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C7B30-EB86-10F5-F986-12CAE806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39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6F70-C1AD-C143-BB90-0CC3C3AB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9EA3C-19D3-CC76-4CFB-12B45916A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885B8-143D-88C8-E2D6-4BFC16D55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999AC-504E-3A9D-8FC8-6EA4085C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38374-AD34-02DF-4593-CE86361F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B2BBF-9E03-B01D-0F57-6534800C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3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6F2B-C142-43CE-D3BC-D16DEAE37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50C49-BC7D-67B8-33E7-2FED9E190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6217C-5803-C7DD-A0E0-073B7723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37CD6-D5A0-D502-C633-EDC328A6B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D5FD3-AF27-800E-CBC1-BAC21E51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21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3B1322-EFE9-B6F5-13D0-4A815A264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EE3DD-3CBF-243A-8C14-19901C4B0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0187A-F4D3-44F7-2E8A-C7CA35522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C969-1385-037D-2B26-D1CAA5C7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3E67B-CF4A-E738-4139-BDA1A90A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3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E615D-24FB-FBB3-3753-06865A12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777CE-13D1-622C-FC10-2310E58B1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7BE39-B6B0-7DE2-1650-759ADE313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2F3C0-3833-44B0-8428-EAF1E37C43B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83B38-6BC7-79DC-2762-61D20D32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8DFE9-CCFB-B11C-C5F7-97C49DF4F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835CB-FABB-497D-8C84-400A136A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slide" Target="slide11.xml"/><Relationship Id="rId3" Type="http://schemas.openxmlformats.org/officeDocument/2006/relationships/image" Target="../media/image21.png"/><Relationship Id="rId7" Type="http://schemas.openxmlformats.org/officeDocument/2006/relationships/slide" Target="slide9.xml"/><Relationship Id="rId12" Type="http://schemas.openxmlformats.org/officeDocument/2006/relationships/image" Target="../media/image24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3.png"/><Relationship Id="rId5" Type="http://schemas.openxmlformats.org/officeDocument/2006/relationships/image" Target="../media/image21.png"/><Relationship Id="rId10" Type="http://schemas.openxmlformats.org/officeDocument/2006/relationships/slide" Target="slide13.xml"/><Relationship Id="rId4" Type="http://schemas.openxmlformats.org/officeDocument/2006/relationships/slide" Target="slide7.xml"/><Relationship Id="rId9" Type="http://schemas.openxmlformats.org/officeDocument/2006/relationships/image" Target="../media/image23.png"/><Relationship Id="rId1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www.wallpaperflare.com/wood-background-brown-wooden-surface-aero-patterns-wall-texture-wallpaper-pbmbl/download/5120x2880" TargetMode="External"/><Relationship Id="rId7" Type="http://schemas.openxmlformats.org/officeDocument/2006/relationships/image" Target="../media/image32.sv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Video 19" title="Floating Numbers And Letters On Top Of A Book">
            <a:hlinkClick r:id="" action="ppaction://media"/>
            <a:extLst>
              <a:ext uri="{FF2B5EF4-FFF2-40B4-BE49-F238E27FC236}">
                <a16:creationId xmlns:a16="http://schemas.microsoft.com/office/drawing/2014/main" id="{B552B0CB-A436-D2AA-9BF1-4E2EEA60B0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lum contrast="-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E797455-3E8E-85D1-46C9-40F241347511}"/>
              </a:ext>
            </a:extLst>
          </p:cNvPr>
          <p:cNvSpPr txBox="1"/>
          <p:nvPr/>
        </p:nvSpPr>
        <p:spPr>
          <a:xfrm>
            <a:off x="-1" y="0"/>
            <a:ext cx="10412363" cy="6858000"/>
          </a:xfrm>
          <a:custGeom>
            <a:avLst/>
            <a:gdLst/>
            <a:ahLst/>
            <a:cxnLst/>
            <a:rect l="l" t="t" r="r" b="b"/>
            <a:pathLst>
              <a:path w="8821716" h="6858000">
                <a:moveTo>
                  <a:pt x="4351972" y="5502592"/>
                </a:moveTo>
                <a:lnTo>
                  <a:pt x="4351909" y="5502717"/>
                </a:lnTo>
                <a:lnTo>
                  <a:pt x="4351926" y="5502659"/>
                </a:lnTo>
                <a:close/>
                <a:moveTo>
                  <a:pt x="7175981" y="5298943"/>
                </a:moveTo>
                <a:cubicBezTo>
                  <a:pt x="7168574" y="5298943"/>
                  <a:pt x="7161050" y="5300948"/>
                  <a:pt x="7153409" y="5304960"/>
                </a:cubicBezTo>
                <a:cubicBezTo>
                  <a:pt x="7145768" y="5308971"/>
                  <a:pt x="7137983" y="5314730"/>
                  <a:pt x="7130056" y="5322237"/>
                </a:cubicBezTo>
                <a:cubicBezTo>
                  <a:pt x="7122128" y="5329743"/>
                  <a:pt x="7114565" y="5338481"/>
                  <a:pt x="7107367" y="5348450"/>
                </a:cubicBezTo>
                <a:cubicBezTo>
                  <a:pt x="7100169" y="5358419"/>
                  <a:pt x="7093280" y="5369161"/>
                  <a:pt x="7086700" y="5380675"/>
                </a:cubicBezTo>
                <a:cubicBezTo>
                  <a:pt x="7080120" y="5392190"/>
                  <a:pt x="7074162" y="5403950"/>
                  <a:pt x="7068826" y="5415955"/>
                </a:cubicBezTo>
                <a:cubicBezTo>
                  <a:pt x="7063491" y="5427960"/>
                  <a:pt x="7058765" y="5439811"/>
                  <a:pt x="7054651" y="5451508"/>
                </a:cubicBezTo>
                <a:cubicBezTo>
                  <a:pt x="7050536" y="5463205"/>
                  <a:pt x="7047212" y="5474265"/>
                  <a:pt x="7044680" y="5484689"/>
                </a:cubicBezTo>
                <a:cubicBezTo>
                  <a:pt x="7042147" y="5495113"/>
                  <a:pt x="7040604" y="5502372"/>
                  <a:pt x="7040051" y="5506467"/>
                </a:cubicBezTo>
                <a:cubicBezTo>
                  <a:pt x="7049508" y="5514327"/>
                  <a:pt x="7059870" y="5520524"/>
                  <a:pt x="7071136" y="5525057"/>
                </a:cubicBezTo>
                <a:cubicBezTo>
                  <a:pt x="7082401" y="5529591"/>
                  <a:pt x="7093716" y="5531858"/>
                  <a:pt x="7105081" y="5531858"/>
                </a:cubicBezTo>
                <a:cubicBezTo>
                  <a:pt x="7119949" y="5531858"/>
                  <a:pt x="7133623" y="5528722"/>
                  <a:pt x="7146101" y="5522450"/>
                </a:cubicBezTo>
                <a:cubicBezTo>
                  <a:pt x="7158580" y="5516178"/>
                  <a:pt x="7169421" y="5506727"/>
                  <a:pt x="7178627" y="5494095"/>
                </a:cubicBezTo>
                <a:cubicBezTo>
                  <a:pt x="7187832" y="5481463"/>
                  <a:pt x="7195133" y="5465439"/>
                  <a:pt x="7200529" y="5446023"/>
                </a:cubicBezTo>
                <a:cubicBezTo>
                  <a:pt x="7205925" y="5426606"/>
                  <a:pt x="7208623" y="5403998"/>
                  <a:pt x="7208623" y="5378197"/>
                </a:cubicBezTo>
                <a:cubicBezTo>
                  <a:pt x="7208623" y="5369230"/>
                  <a:pt x="7207873" y="5359595"/>
                  <a:pt x="7206371" y="5349293"/>
                </a:cubicBezTo>
                <a:cubicBezTo>
                  <a:pt x="7204870" y="5338990"/>
                  <a:pt x="7202675" y="5330080"/>
                  <a:pt x="7199784" y="5322564"/>
                </a:cubicBezTo>
                <a:cubicBezTo>
                  <a:pt x="7196894" y="5315049"/>
                  <a:pt x="7193444" y="5309233"/>
                  <a:pt x="7189436" y="5305117"/>
                </a:cubicBezTo>
                <a:cubicBezTo>
                  <a:pt x="7185429" y="5301001"/>
                  <a:pt x="7180943" y="5298943"/>
                  <a:pt x="7175981" y="5298943"/>
                </a:cubicBezTo>
                <a:close/>
                <a:moveTo>
                  <a:pt x="6804506" y="5298943"/>
                </a:moveTo>
                <a:cubicBezTo>
                  <a:pt x="6797099" y="5298943"/>
                  <a:pt x="6789575" y="5300948"/>
                  <a:pt x="6781934" y="5304960"/>
                </a:cubicBezTo>
                <a:cubicBezTo>
                  <a:pt x="6774293" y="5308971"/>
                  <a:pt x="6766508" y="5314730"/>
                  <a:pt x="6758581" y="5322237"/>
                </a:cubicBezTo>
                <a:cubicBezTo>
                  <a:pt x="6750653" y="5329743"/>
                  <a:pt x="6743090" y="5338481"/>
                  <a:pt x="6735892" y="5348450"/>
                </a:cubicBezTo>
                <a:cubicBezTo>
                  <a:pt x="6728694" y="5358419"/>
                  <a:pt x="6721805" y="5369161"/>
                  <a:pt x="6715225" y="5380675"/>
                </a:cubicBezTo>
                <a:cubicBezTo>
                  <a:pt x="6708645" y="5392190"/>
                  <a:pt x="6702687" y="5403950"/>
                  <a:pt x="6697351" y="5415955"/>
                </a:cubicBezTo>
                <a:cubicBezTo>
                  <a:pt x="6692016" y="5427960"/>
                  <a:pt x="6687290" y="5439811"/>
                  <a:pt x="6683176" y="5451508"/>
                </a:cubicBezTo>
                <a:cubicBezTo>
                  <a:pt x="6679061" y="5463205"/>
                  <a:pt x="6675737" y="5474265"/>
                  <a:pt x="6673205" y="5484689"/>
                </a:cubicBezTo>
                <a:cubicBezTo>
                  <a:pt x="6670672" y="5495113"/>
                  <a:pt x="6669129" y="5502372"/>
                  <a:pt x="6668576" y="5506467"/>
                </a:cubicBezTo>
                <a:cubicBezTo>
                  <a:pt x="6678033" y="5514327"/>
                  <a:pt x="6688395" y="5520524"/>
                  <a:pt x="6699661" y="5525057"/>
                </a:cubicBezTo>
                <a:cubicBezTo>
                  <a:pt x="6710926" y="5529591"/>
                  <a:pt x="6722241" y="5531858"/>
                  <a:pt x="6733606" y="5531858"/>
                </a:cubicBezTo>
                <a:cubicBezTo>
                  <a:pt x="6748474" y="5531858"/>
                  <a:pt x="6762148" y="5528722"/>
                  <a:pt x="6774626" y="5522450"/>
                </a:cubicBezTo>
                <a:cubicBezTo>
                  <a:pt x="6787105" y="5516178"/>
                  <a:pt x="6797946" y="5506727"/>
                  <a:pt x="6807152" y="5494095"/>
                </a:cubicBezTo>
                <a:cubicBezTo>
                  <a:pt x="6816357" y="5481463"/>
                  <a:pt x="6823658" y="5465439"/>
                  <a:pt x="6829054" y="5446023"/>
                </a:cubicBezTo>
                <a:cubicBezTo>
                  <a:pt x="6834450" y="5426606"/>
                  <a:pt x="6837148" y="5403998"/>
                  <a:pt x="6837148" y="5378197"/>
                </a:cubicBezTo>
                <a:cubicBezTo>
                  <a:pt x="6837148" y="5369230"/>
                  <a:pt x="6836398" y="5359595"/>
                  <a:pt x="6834896" y="5349293"/>
                </a:cubicBezTo>
                <a:cubicBezTo>
                  <a:pt x="6833395" y="5338990"/>
                  <a:pt x="6831200" y="5330080"/>
                  <a:pt x="6828309" y="5322564"/>
                </a:cubicBezTo>
                <a:cubicBezTo>
                  <a:pt x="6825419" y="5315049"/>
                  <a:pt x="6821969" y="5309233"/>
                  <a:pt x="6817961" y="5305117"/>
                </a:cubicBezTo>
                <a:cubicBezTo>
                  <a:pt x="6813954" y="5301001"/>
                  <a:pt x="6809468" y="5298943"/>
                  <a:pt x="6804506" y="5298943"/>
                </a:cubicBezTo>
                <a:close/>
                <a:moveTo>
                  <a:pt x="5224729" y="5277497"/>
                </a:moveTo>
                <a:cubicBezTo>
                  <a:pt x="5215669" y="5277497"/>
                  <a:pt x="5207708" y="5279414"/>
                  <a:pt x="5200846" y="5283248"/>
                </a:cubicBezTo>
                <a:cubicBezTo>
                  <a:pt x="5193983" y="5287081"/>
                  <a:pt x="5187905" y="5292397"/>
                  <a:pt x="5182610" y="5299196"/>
                </a:cubicBezTo>
                <a:cubicBezTo>
                  <a:pt x="5177315" y="5305994"/>
                  <a:pt x="5172873" y="5313930"/>
                  <a:pt x="5169285" y="5323002"/>
                </a:cubicBezTo>
                <a:cubicBezTo>
                  <a:pt x="5165697" y="5332075"/>
                  <a:pt x="5162760" y="5341681"/>
                  <a:pt x="5160475" y="5351820"/>
                </a:cubicBezTo>
                <a:cubicBezTo>
                  <a:pt x="5158191" y="5361959"/>
                  <a:pt x="5156615" y="5371730"/>
                  <a:pt x="5155747" y="5381134"/>
                </a:cubicBezTo>
                <a:cubicBezTo>
                  <a:pt x="5154880" y="5390538"/>
                  <a:pt x="5154446" y="5399698"/>
                  <a:pt x="5154446" y="5408614"/>
                </a:cubicBezTo>
                <a:cubicBezTo>
                  <a:pt x="5154446" y="5418332"/>
                  <a:pt x="5155176" y="5428059"/>
                  <a:pt x="5156637" y="5437794"/>
                </a:cubicBezTo>
                <a:cubicBezTo>
                  <a:pt x="5158097" y="5447530"/>
                  <a:pt x="5160332" y="5456844"/>
                  <a:pt x="5163343" y="5465736"/>
                </a:cubicBezTo>
                <a:cubicBezTo>
                  <a:pt x="5166353" y="5474628"/>
                  <a:pt x="5170051" y="5482887"/>
                  <a:pt x="5174437" y="5490511"/>
                </a:cubicBezTo>
                <a:cubicBezTo>
                  <a:pt x="5178823" y="5498135"/>
                  <a:pt x="5183891" y="5504661"/>
                  <a:pt x="5189643" y="5510090"/>
                </a:cubicBezTo>
                <a:cubicBezTo>
                  <a:pt x="5195395" y="5515518"/>
                  <a:pt x="5201751" y="5519737"/>
                  <a:pt x="5208710" y="5522746"/>
                </a:cubicBezTo>
                <a:cubicBezTo>
                  <a:pt x="5215669" y="5525756"/>
                  <a:pt x="5223488" y="5527260"/>
                  <a:pt x="5232169" y="5527260"/>
                </a:cubicBezTo>
                <a:cubicBezTo>
                  <a:pt x="5241241" y="5527260"/>
                  <a:pt x="5249164" y="5525338"/>
                  <a:pt x="5255939" y="5521492"/>
                </a:cubicBezTo>
                <a:cubicBezTo>
                  <a:pt x="5262715" y="5517647"/>
                  <a:pt x="5268758" y="5512314"/>
                  <a:pt x="5274071" y="5505492"/>
                </a:cubicBezTo>
                <a:cubicBezTo>
                  <a:pt x="5279383" y="5498671"/>
                  <a:pt x="5283850" y="5490683"/>
                  <a:pt x="5287472" y="5481529"/>
                </a:cubicBezTo>
                <a:cubicBezTo>
                  <a:pt x="5291094" y="5472375"/>
                  <a:pt x="5294035" y="5462749"/>
                  <a:pt x="5296294" y="5452652"/>
                </a:cubicBezTo>
                <a:cubicBezTo>
                  <a:pt x="5298553" y="5442555"/>
                  <a:pt x="5300144" y="5432535"/>
                  <a:pt x="5301066" y="5422593"/>
                </a:cubicBezTo>
                <a:cubicBezTo>
                  <a:pt x="5301988" y="5412650"/>
                  <a:pt x="5302449" y="5403614"/>
                  <a:pt x="5302449" y="5395484"/>
                </a:cubicBezTo>
                <a:cubicBezTo>
                  <a:pt x="5302449" y="5386371"/>
                  <a:pt x="5301697" y="5376839"/>
                  <a:pt x="5300194" y="5366889"/>
                </a:cubicBezTo>
                <a:cubicBezTo>
                  <a:pt x="5298690" y="5356938"/>
                  <a:pt x="5296438" y="5347561"/>
                  <a:pt x="5293437" y="5338758"/>
                </a:cubicBezTo>
                <a:cubicBezTo>
                  <a:pt x="5290436" y="5329955"/>
                  <a:pt x="5286750" y="5321755"/>
                  <a:pt x="5282380" y="5314158"/>
                </a:cubicBezTo>
                <a:cubicBezTo>
                  <a:pt x="5278009" y="5306561"/>
                  <a:pt x="5272952" y="5300084"/>
                  <a:pt x="5267210" y="5294729"/>
                </a:cubicBezTo>
                <a:cubicBezTo>
                  <a:pt x="5261467" y="5289374"/>
                  <a:pt x="5255050" y="5285163"/>
                  <a:pt x="5247960" y="5282097"/>
                </a:cubicBezTo>
                <a:cubicBezTo>
                  <a:pt x="5240870" y="5279031"/>
                  <a:pt x="5233126" y="5277497"/>
                  <a:pt x="5224729" y="5277497"/>
                </a:cubicBezTo>
                <a:close/>
                <a:moveTo>
                  <a:pt x="4900879" y="5277497"/>
                </a:moveTo>
                <a:cubicBezTo>
                  <a:pt x="4891819" y="5277497"/>
                  <a:pt x="4883858" y="5279414"/>
                  <a:pt x="4876996" y="5283248"/>
                </a:cubicBezTo>
                <a:cubicBezTo>
                  <a:pt x="4870134" y="5287081"/>
                  <a:pt x="4864055" y="5292397"/>
                  <a:pt x="4858760" y="5299196"/>
                </a:cubicBezTo>
                <a:cubicBezTo>
                  <a:pt x="4853465" y="5305994"/>
                  <a:pt x="4849023" y="5313930"/>
                  <a:pt x="4845435" y="5323002"/>
                </a:cubicBezTo>
                <a:cubicBezTo>
                  <a:pt x="4841847" y="5332075"/>
                  <a:pt x="4838910" y="5341681"/>
                  <a:pt x="4836626" y="5351820"/>
                </a:cubicBezTo>
                <a:cubicBezTo>
                  <a:pt x="4834341" y="5361959"/>
                  <a:pt x="4832765" y="5371730"/>
                  <a:pt x="4831898" y="5381134"/>
                </a:cubicBezTo>
                <a:cubicBezTo>
                  <a:pt x="4831030" y="5390538"/>
                  <a:pt x="4830596" y="5399698"/>
                  <a:pt x="4830596" y="5408614"/>
                </a:cubicBezTo>
                <a:cubicBezTo>
                  <a:pt x="4830596" y="5418332"/>
                  <a:pt x="4831327" y="5428059"/>
                  <a:pt x="4832787" y="5437794"/>
                </a:cubicBezTo>
                <a:cubicBezTo>
                  <a:pt x="4834247" y="5447530"/>
                  <a:pt x="4836483" y="5456844"/>
                  <a:pt x="4839493" y="5465736"/>
                </a:cubicBezTo>
                <a:cubicBezTo>
                  <a:pt x="4842503" y="5474628"/>
                  <a:pt x="4846201" y="5482887"/>
                  <a:pt x="4850587" y="5490511"/>
                </a:cubicBezTo>
                <a:cubicBezTo>
                  <a:pt x="4854973" y="5498135"/>
                  <a:pt x="4860042" y="5504661"/>
                  <a:pt x="4865794" y="5510090"/>
                </a:cubicBezTo>
                <a:cubicBezTo>
                  <a:pt x="4871546" y="5515518"/>
                  <a:pt x="4877901" y="5519737"/>
                  <a:pt x="4884860" y="5522746"/>
                </a:cubicBezTo>
                <a:cubicBezTo>
                  <a:pt x="4891819" y="5525756"/>
                  <a:pt x="4899639" y="5527260"/>
                  <a:pt x="4908320" y="5527260"/>
                </a:cubicBezTo>
                <a:cubicBezTo>
                  <a:pt x="4917391" y="5527260"/>
                  <a:pt x="4925315" y="5525338"/>
                  <a:pt x="4932090" y="5521492"/>
                </a:cubicBezTo>
                <a:cubicBezTo>
                  <a:pt x="4938865" y="5517647"/>
                  <a:pt x="4944909" y="5512314"/>
                  <a:pt x="4950221" y="5505492"/>
                </a:cubicBezTo>
                <a:cubicBezTo>
                  <a:pt x="4955534" y="5498671"/>
                  <a:pt x="4960001" y="5490683"/>
                  <a:pt x="4963623" y="5481529"/>
                </a:cubicBezTo>
                <a:cubicBezTo>
                  <a:pt x="4967245" y="5472375"/>
                  <a:pt x="4970185" y="5462749"/>
                  <a:pt x="4972444" y="5452652"/>
                </a:cubicBezTo>
                <a:cubicBezTo>
                  <a:pt x="4974703" y="5442555"/>
                  <a:pt x="4976294" y="5432535"/>
                  <a:pt x="4977216" y="5422593"/>
                </a:cubicBezTo>
                <a:cubicBezTo>
                  <a:pt x="4978138" y="5412650"/>
                  <a:pt x="4978599" y="5403614"/>
                  <a:pt x="4978599" y="5395484"/>
                </a:cubicBezTo>
                <a:cubicBezTo>
                  <a:pt x="4978599" y="5386371"/>
                  <a:pt x="4977847" y="5376839"/>
                  <a:pt x="4976344" y="5366889"/>
                </a:cubicBezTo>
                <a:cubicBezTo>
                  <a:pt x="4974841" y="5356938"/>
                  <a:pt x="4972588" y="5347561"/>
                  <a:pt x="4969587" y="5338758"/>
                </a:cubicBezTo>
                <a:cubicBezTo>
                  <a:pt x="4966586" y="5329955"/>
                  <a:pt x="4962901" y="5321755"/>
                  <a:pt x="4958530" y="5314158"/>
                </a:cubicBezTo>
                <a:cubicBezTo>
                  <a:pt x="4954159" y="5306561"/>
                  <a:pt x="4949103" y="5300084"/>
                  <a:pt x="4943360" y="5294729"/>
                </a:cubicBezTo>
                <a:cubicBezTo>
                  <a:pt x="4937617" y="5289374"/>
                  <a:pt x="4931201" y="5285163"/>
                  <a:pt x="4924111" y="5282097"/>
                </a:cubicBezTo>
                <a:cubicBezTo>
                  <a:pt x="4917020" y="5279031"/>
                  <a:pt x="4909277" y="5277497"/>
                  <a:pt x="4900879" y="5277497"/>
                </a:cubicBezTo>
                <a:close/>
                <a:moveTo>
                  <a:pt x="2824430" y="5277497"/>
                </a:moveTo>
                <a:cubicBezTo>
                  <a:pt x="2832827" y="5277497"/>
                  <a:pt x="2840571" y="5279031"/>
                  <a:pt x="2847661" y="5282097"/>
                </a:cubicBezTo>
                <a:cubicBezTo>
                  <a:pt x="2854751" y="5285163"/>
                  <a:pt x="2861168" y="5289374"/>
                  <a:pt x="2866910" y="5294729"/>
                </a:cubicBezTo>
                <a:cubicBezTo>
                  <a:pt x="2872653" y="5300084"/>
                  <a:pt x="2877710" y="5306561"/>
                  <a:pt x="2882080" y="5314158"/>
                </a:cubicBezTo>
                <a:cubicBezTo>
                  <a:pt x="2886451" y="5321755"/>
                  <a:pt x="2890137" y="5329955"/>
                  <a:pt x="2893138" y="5338758"/>
                </a:cubicBezTo>
                <a:cubicBezTo>
                  <a:pt x="2896139" y="5347561"/>
                  <a:pt x="2898390" y="5356938"/>
                  <a:pt x="2899894" y="5366889"/>
                </a:cubicBezTo>
                <a:cubicBezTo>
                  <a:pt x="2901397" y="5376839"/>
                  <a:pt x="2902149" y="5386371"/>
                  <a:pt x="2902149" y="5395484"/>
                </a:cubicBezTo>
                <a:cubicBezTo>
                  <a:pt x="2902149" y="5403614"/>
                  <a:pt x="2901688" y="5412650"/>
                  <a:pt x="2900766" y="5422593"/>
                </a:cubicBezTo>
                <a:cubicBezTo>
                  <a:pt x="2899844" y="5432535"/>
                  <a:pt x="2898254" y="5442555"/>
                  <a:pt x="2895994" y="5452652"/>
                </a:cubicBezTo>
                <a:cubicBezTo>
                  <a:pt x="2893735" y="5462749"/>
                  <a:pt x="2890795" y="5472375"/>
                  <a:pt x="2887173" y="5481529"/>
                </a:cubicBezTo>
                <a:cubicBezTo>
                  <a:pt x="2883551" y="5490683"/>
                  <a:pt x="2879083" y="5498671"/>
                  <a:pt x="2873772" y="5505492"/>
                </a:cubicBezTo>
                <a:cubicBezTo>
                  <a:pt x="2868459" y="5512314"/>
                  <a:pt x="2862416" y="5517647"/>
                  <a:pt x="2855640" y="5521492"/>
                </a:cubicBezTo>
                <a:cubicBezTo>
                  <a:pt x="2848864" y="5525338"/>
                  <a:pt x="2840941" y="5527260"/>
                  <a:pt x="2831870" y="5527260"/>
                </a:cubicBezTo>
                <a:cubicBezTo>
                  <a:pt x="2823189" y="5527260"/>
                  <a:pt x="2815369" y="5525756"/>
                  <a:pt x="2808410" y="5522746"/>
                </a:cubicBezTo>
                <a:cubicBezTo>
                  <a:pt x="2801451" y="5519737"/>
                  <a:pt x="2795096" y="5515518"/>
                  <a:pt x="2789344" y="5510090"/>
                </a:cubicBezTo>
                <a:cubicBezTo>
                  <a:pt x="2783592" y="5504661"/>
                  <a:pt x="2778523" y="5498135"/>
                  <a:pt x="2774137" y="5490511"/>
                </a:cubicBezTo>
                <a:cubicBezTo>
                  <a:pt x="2769752" y="5482887"/>
                  <a:pt x="2766054" y="5474628"/>
                  <a:pt x="2763043" y="5465736"/>
                </a:cubicBezTo>
                <a:cubicBezTo>
                  <a:pt x="2760033" y="5456844"/>
                  <a:pt x="2757798" y="5447530"/>
                  <a:pt x="2756337" y="5437794"/>
                </a:cubicBezTo>
                <a:cubicBezTo>
                  <a:pt x="2754877" y="5428059"/>
                  <a:pt x="2754147" y="5418332"/>
                  <a:pt x="2754147" y="5408614"/>
                </a:cubicBezTo>
                <a:cubicBezTo>
                  <a:pt x="2754147" y="5399698"/>
                  <a:pt x="2754581" y="5390538"/>
                  <a:pt x="2755448" y="5381134"/>
                </a:cubicBezTo>
                <a:cubicBezTo>
                  <a:pt x="2756315" y="5371730"/>
                  <a:pt x="2757891" y="5361959"/>
                  <a:pt x="2760176" y="5351820"/>
                </a:cubicBezTo>
                <a:cubicBezTo>
                  <a:pt x="2762461" y="5341681"/>
                  <a:pt x="2765397" y="5332075"/>
                  <a:pt x="2768985" y="5323002"/>
                </a:cubicBezTo>
                <a:cubicBezTo>
                  <a:pt x="2772574" y="5313930"/>
                  <a:pt x="2777015" y="5305994"/>
                  <a:pt x="2782310" y="5299196"/>
                </a:cubicBezTo>
                <a:cubicBezTo>
                  <a:pt x="2787605" y="5292397"/>
                  <a:pt x="2793683" y="5287081"/>
                  <a:pt x="2800546" y="5283248"/>
                </a:cubicBezTo>
                <a:cubicBezTo>
                  <a:pt x="2807408" y="5279414"/>
                  <a:pt x="2815370" y="5277497"/>
                  <a:pt x="2824430" y="5277497"/>
                </a:cubicBezTo>
                <a:close/>
                <a:moveTo>
                  <a:pt x="7459488" y="5272904"/>
                </a:moveTo>
                <a:cubicBezTo>
                  <a:pt x="7451291" y="5272904"/>
                  <a:pt x="7443832" y="5274362"/>
                  <a:pt x="7437111" y="5277278"/>
                </a:cubicBezTo>
                <a:cubicBezTo>
                  <a:pt x="7430391" y="5280194"/>
                  <a:pt x="7424336" y="5284186"/>
                  <a:pt x="7418947" y="5289254"/>
                </a:cubicBezTo>
                <a:cubicBezTo>
                  <a:pt x="7413558" y="5294323"/>
                  <a:pt x="7408671" y="5300454"/>
                  <a:pt x="7404286" y="5307649"/>
                </a:cubicBezTo>
                <a:cubicBezTo>
                  <a:pt x="7399902" y="5314844"/>
                  <a:pt x="7396206" y="5322383"/>
                  <a:pt x="7393199" y="5330266"/>
                </a:cubicBezTo>
                <a:cubicBezTo>
                  <a:pt x="7390192" y="5338150"/>
                  <a:pt x="7387678" y="5346570"/>
                  <a:pt x="7385656" y="5355528"/>
                </a:cubicBezTo>
                <a:cubicBezTo>
                  <a:pt x="7383634" y="5364485"/>
                  <a:pt x="7382264" y="5369574"/>
                  <a:pt x="7381545" y="5370795"/>
                </a:cubicBezTo>
                <a:cubicBezTo>
                  <a:pt x="7395047" y="5369621"/>
                  <a:pt x="7409728" y="5367307"/>
                  <a:pt x="7425590" y="5363852"/>
                </a:cubicBezTo>
                <a:cubicBezTo>
                  <a:pt x="7441452" y="5360398"/>
                  <a:pt x="7454598" y="5356080"/>
                  <a:pt x="7465029" y="5350899"/>
                </a:cubicBezTo>
                <a:cubicBezTo>
                  <a:pt x="7475460" y="5345718"/>
                  <a:pt x="7483131" y="5339922"/>
                  <a:pt x="7488044" y="5333510"/>
                </a:cubicBezTo>
                <a:cubicBezTo>
                  <a:pt x="7492956" y="5327099"/>
                  <a:pt x="7495413" y="5319820"/>
                  <a:pt x="7495413" y="5311674"/>
                </a:cubicBezTo>
                <a:cubicBezTo>
                  <a:pt x="7495413" y="5306268"/>
                  <a:pt x="7494473" y="5301140"/>
                  <a:pt x="7492594" y="5296290"/>
                </a:cubicBezTo>
                <a:cubicBezTo>
                  <a:pt x="7490715" y="5291440"/>
                  <a:pt x="7488214" y="5287340"/>
                  <a:pt x="7485091" y="5283991"/>
                </a:cubicBezTo>
                <a:cubicBezTo>
                  <a:pt x="7481968" y="5280641"/>
                  <a:pt x="7478148" y="5277956"/>
                  <a:pt x="7473631" y="5275935"/>
                </a:cubicBezTo>
                <a:cubicBezTo>
                  <a:pt x="7469114" y="5273914"/>
                  <a:pt x="7464399" y="5272904"/>
                  <a:pt x="7459488" y="5272904"/>
                </a:cubicBezTo>
                <a:close/>
                <a:moveTo>
                  <a:pt x="2011189" y="5272904"/>
                </a:moveTo>
                <a:cubicBezTo>
                  <a:pt x="2016100" y="5272904"/>
                  <a:pt x="2020814" y="5273914"/>
                  <a:pt x="2025331" y="5275935"/>
                </a:cubicBezTo>
                <a:cubicBezTo>
                  <a:pt x="2029848" y="5277956"/>
                  <a:pt x="2033669" y="5280641"/>
                  <a:pt x="2036792" y="5283991"/>
                </a:cubicBezTo>
                <a:cubicBezTo>
                  <a:pt x="2039915" y="5287340"/>
                  <a:pt x="2042416" y="5291440"/>
                  <a:pt x="2044295" y="5296290"/>
                </a:cubicBezTo>
                <a:cubicBezTo>
                  <a:pt x="2046174" y="5301140"/>
                  <a:pt x="2047113" y="5306268"/>
                  <a:pt x="2047113" y="5311674"/>
                </a:cubicBezTo>
                <a:cubicBezTo>
                  <a:pt x="2047113" y="5319820"/>
                  <a:pt x="2044657" y="5327099"/>
                  <a:pt x="2039744" y="5333510"/>
                </a:cubicBezTo>
                <a:cubicBezTo>
                  <a:pt x="2034832" y="5339922"/>
                  <a:pt x="2027160" y="5345718"/>
                  <a:pt x="2016729" y="5350899"/>
                </a:cubicBezTo>
                <a:cubicBezTo>
                  <a:pt x="2006299" y="5356080"/>
                  <a:pt x="1993152" y="5360398"/>
                  <a:pt x="1977291" y="5363852"/>
                </a:cubicBezTo>
                <a:cubicBezTo>
                  <a:pt x="1961429" y="5367307"/>
                  <a:pt x="1946747" y="5369621"/>
                  <a:pt x="1933246" y="5370795"/>
                </a:cubicBezTo>
                <a:cubicBezTo>
                  <a:pt x="1933964" y="5369574"/>
                  <a:pt x="1935334" y="5364485"/>
                  <a:pt x="1937356" y="5355528"/>
                </a:cubicBezTo>
                <a:cubicBezTo>
                  <a:pt x="1939378" y="5346570"/>
                  <a:pt x="1941893" y="5338150"/>
                  <a:pt x="1944900" y="5330266"/>
                </a:cubicBezTo>
                <a:cubicBezTo>
                  <a:pt x="1947906" y="5322383"/>
                  <a:pt x="1951602" y="5314844"/>
                  <a:pt x="1955987" y="5307649"/>
                </a:cubicBezTo>
                <a:cubicBezTo>
                  <a:pt x="1960371" y="5300454"/>
                  <a:pt x="1965258" y="5294323"/>
                  <a:pt x="1970647" y="5289254"/>
                </a:cubicBezTo>
                <a:cubicBezTo>
                  <a:pt x="1976037" y="5284186"/>
                  <a:pt x="1982091" y="5280194"/>
                  <a:pt x="1988812" y="5277278"/>
                </a:cubicBezTo>
                <a:cubicBezTo>
                  <a:pt x="1995533" y="5274362"/>
                  <a:pt x="2002991" y="5272904"/>
                  <a:pt x="2011189" y="5272904"/>
                </a:cubicBezTo>
                <a:close/>
                <a:moveTo>
                  <a:pt x="1239663" y="5272904"/>
                </a:moveTo>
                <a:cubicBezTo>
                  <a:pt x="1244575" y="5272904"/>
                  <a:pt x="1249289" y="5273914"/>
                  <a:pt x="1253806" y="5275935"/>
                </a:cubicBezTo>
                <a:cubicBezTo>
                  <a:pt x="1258323" y="5277956"/>
                  <a:pt x="1262143" y="5280641"/>
                  <a:pt x="1265267" y="5283991"/>
                </a:cubicBezTo>
                <a:cubicBezTo>
                  <a:pt x="1268390" y="5287340"/>
                  <a:pt x="1270891" y="5291440"/>
                  <a:pt x="1272769" y="5296290"/>
                </a:cubicBezTo>
                <a:cubicBezTo>
                  <a:pt x="1274648" y="5301140"/>
                  <a:pt x="1275588" y="5306268"/>
                  <a:pt x="1275588" y="5311674"/>
                </a:cubicBezTo>
                <a:cubicBezTo>
                  <a:pt x="1275588" y="5319820"/>
                  <a:pt x="1273132" y="5327099"/>
                  <a:pt x="1268219" y="5333510"/>
                </a:cubicBezTo>
                <a:cubicBezTo>
                  <a:pt x="1263307" y="5339922"/>
                  <a:pt x="1255635" y="5345718"/>
                  <a:pt x="1245204" y="5350899"/>
                </a:cubicBezTo>
                <a:cubicBezTo>
                  <a:pt x="1234774" y="5356080"/>
                  <a:pt x="1221627" y="5360398"/>
                  <a:pt x="1205766" y="5363852"/>
                </a:cubicBezTo>
                <a:cubicBezTo>
                  <a:pt x="1189904" y="5367307"/>
                  <a:pt x="1175222" y="5369621"/>
                  <a:pt x="1161720" y="5370795"/>
                </a:cubicBezTo>
                <a:cubicBezTo>
                  <a:pt x="1162439" y="5369574"/>
                  <a:pt x="1163809" y="5364485"/>
                  <a:pt x="1165831" y="5355528"/>
                </a:cubicBezTo>
                <a:cubicBezTo>
                  <a:pt x="1167853" y="5346570"/>
                  <a:pt x="1170368" y="5338150"/>
                  <a:pt x="1173375" y="5330266"/>
                </a:cubicBezTo>
                <a:cubicBezTo>
                  <a:pt x="1176381" y="5322383"/>
                  <a:pt x="1180077" y="5314844"/>
                  <a:pt x="1184462" y="5307649"/>
                </a:cubicBezTo>
                <a:cubicBezTo>
                  <a:pt x="1188846" y="5300454"/>
                  <a:pt x="1193733" y="5294323"/>
                  <a:pt x="1199122" y="5289254"/>
                </a:cubicBezTo>
                <a:cubicBezTo>
                  <a:pt x="1204512" y="5284186"/>
                  <a:pt x="1210566" y="5280194"/>
                  <a:pt x="1217287" y="5277278"/>
                </a:cubicBezTo>
                <a:cubicBezTo>
                  <a:pt x="1224007" y="5274362"/>
                  <a:pt x="1231466" y="5272904"/>
                  <a:pt x="1239663" y="5272904"/>
                </a:cubicBezTo>
                <a:close/>
                <a:moveTo>
                  <a:pt x="7780351" y="5271372"/>
                </a:moveTo>
                <a:cubicBezTo>
                  <a:pt x="7767296" y="5271372"/>
                  <a:pt x="7755383" y="5273421"/>
                  <a:pt x="7744611" y="5277518"/>
                </a:cubicBezTo>
                <a:cubicBezTo>
                  <a:pt x="7733840" y="5281616"/>
                  <a:pt x="7724001" y="5287398"/>
                  <a:pt x="7715095" y="5294865"/>
                </a:cubicBezTo>
                <a:cubicBezTo>
                  <a:pt x="7706188" y="5302332"/>
                  <a:pt x="7698363" y="5311124"/>
                  <a:pt x="7691619" y="5321241"/>
                </a:cubicBezTo>
                <a:cubicBezTo>
                  <a:pt x="7684875" y="5331358"/>
                  <a:pt x="7679298" y="5342238"/>
                  <a:pt x="7674889" y="5353883"/>
                </a:cubicBezTo>
                <a:cubicBezTo>
                  <a:pt x="7670477" y="5365528"/>
                  <a:pt x="7667143" y="5377583"/>
                  <a:pt x="7664882" y="5390050"/>
                </a:cubicBezTo>
                <a:cubicBezTo>
                  <a:pt x="7662622" y="5402517"/>
                  <a:pt x="7661492" y="5415269"/>
                  <a:pt x="7661492" y="5428308"/>
                </a:cubicBezTo>
                <a:cubicBezTo>
                  <a:pt x="7661492" y="5433926"/>
                  <a:pt x="7661680" y="5439334"/>
                  <a:pt x="7662056" y="5444531"/>
                </a:cubicBezTo>
                <a:cubicBezTo>
                  <a:pt x="7662430" y="5449729"/>
                  <a:pt x="7663203" y="5455388"/>
                  <a:pt x="7664373" y="5461508"/>
                </a:cubicBezTo>
                <a:cubicBezTo>
                  <a:pt x="7665543" y="5467629"/>
                  <a:pt x="7667070" y="5473549"/>
                  <a:pt x="7668955" y="5479270"/>
                </a:cubicBezTo>
                <a:cubicBezTo>
                  <a:pt x="7670840" y="5484991"/>
                  <a:pt x="7673065" y="5489929"/>
                  <a:pt x="7675632" y="5494084"/>
                </a:cubicBezTo>
                <a:cubicBezTo>
                  <a:pt x="7678197" y="5498240"/>
                  <a:pt x="7680957" y="5501343"/>
                  <a:pt x="7683910" y="5503394"/>
                </a:cubicBezTo>
                <a:cubicBezTo>
                  <a:pt x="7686864" y="5505445"/>
                  <a:pt x="7690345" y="5506471"/>
                  <a:pt x="7694354" y="5506471"/>
                </a:cubicBezTo>
                <a:cubicBezTo>
                  <a:pt x="7702914" y="5506471"/>
                  <a:pt x="7712054" y="5502972"/>
                  <a:pt x="7721774" y="5495973"/>
                </a:cubicBezTo>
                <a:cubicBezTo>
                  <a:pt x="7731495" y="5488975"/>
                  <a:pt x="7741352" y="5479256"/>
                  <a:pt x="7751346" y="5466817"/>
                </a:cubicBezTo>
                <a:cubicBezTo>
                  <a:pt x="7761339" y="5454379"/>
                  <a:pt x="7770869" y="5439949"/>
                  <a:pt x="7779935" y="5423528"/>
                </a:cubicBezTo>
                <a:cubicBezTo>
                  <a:pt x="7789000" y="5407106"/>
                  <a:pt x="7797132" y="5390063"/>
                  <a:pt x="7804331" y="5372396"/>
                </a:cubicBezTo>
                <a:cubicBezTo>
                  <a:pt x="7811528" y="5354730"/>
                  <a:pt x="7817335" y="5337591"/>
                  <a:pt x="7821751" y="5320979"/>
                </a:cubicBezTo>
                <a:cubicBezTo>
                  <a:pt x="7826164" y="5304367"/>
                  <a:pt x="7828863" y="5291330"/>
                  <a:pt x="7829844" y="5281868"/>
                </a:cubicBezTo>
                <a:cubicBezTo>
                  <a:pt x="7814790" y="5274871"/>
                  <a:pt x="7798292" y="5271372"/>
                  <a:pt x="7780351" y="5271372"/>
                </a:cubicBezTo>
                <a:close/>
                <a:moveTo>
                  <a:pt x="6458534" y="5231625"/>
                </a:moveTo>
                <a:cubicBezTo>
                  <a:pt x="6469657" y="5231625"/>
                  <a:pt x="6481899" y="5235272"/>
                  <a:pt x="6495261" y="5242567"/>
                </a:cubicBezTo>
                <a:cubicBezTo>
                  <a:pt x="6492587" y="5263987"/>
                  <a:pt x="6490388" y="5282917"/>
                  <a:pt x="6488666" y="5299358"/>
                </a:cubicBezTo>
                <a:cubicBezTo>
                  <a:pt x="6486944" y="5315799"/>
                  <a:pt x="6485543" y="5331730"/>
                  <a:pt x="6484461" y="5347151"/>
                </a:cubicBezTo>
                <a:cubicBezTo>
                  <a:pt x="6483380" y="5362572"/>
                  <a:pt x="6482612" y="5376501"/>
                  <a:pt x="6482156" y="5388937"/>
                </a:cubicBezTo>
                <a:cubicBezTo>
                  <a:pt x="6481700" y="5401374"/>
                  <a:pt x="6481472" y="5414352"/>
                  <a:pt x="6481472" y="5427872"/>
                </a:cubicBezTo>
                <a:cubicBezTo>
                  <a:pt x="6481472" y="5445222"/>
                  <a:pt x="6481659" y="5458541"/>
                  <a:pt x="6482034" y="5467827"/>
                </a:cubicBezTo>
                <a:cubicBezTo>
                  <a:pt x="6482408" y="5477114"/>
                  <a:pt x="6483098" y="5485418"/>
                  <a:pt x="6484102" y="5492740"/>
                </a:cubicBezTo>
                <a:cubicBezTo>
                  <a:pt x="6485107" y="5500061"/>
                  <a:pt x="6486222" y="5505503"/>
                  <a:pt x="6487449" y="5509066"/>
                </a:cubicBezTo>
                <a:cubicBezTo>
                  <a:pt x="6488676" y="5512628"/>
                  <a:pt x="6489865" y="5515023"/>
                  <a:pt x="6491016" y="5516248"/>
                </a:cubicBezTo>
                <a:cubicBezTo>
                  <a:pt x="6492167" y="5517474"/>
                  <a:pt x="6493627" y="5518303"/>
                  <a:pt x="6495395" y="5518735"/>
                </a:cubicBezTo>
                <a:cubicBezTo>
                  <a:pt x="6497164" y="5519168"/>
                  <a:pt x="6499611" y="5519384"/>
                  <a:pt x="6502736" y="5519384"/>
                </a:cubicBezTo>
                <a:cubicBezTo>
                  <a:pt x="6509187" y="5519384"/>
                  <a:pt x="6515994" y="5518448"/>
                  <a:pt x="6523157" y="5516576"/>
                </a:cubicBezTo>
                <a:cubicBezTo>
                  <a:pt x="6530321" y="5514704"/>
                  <a:pt x="6540999" y="5511553"/>
                  <a:pt x="6555191" y="5507123"/>
                </a:cubicBezTo>
                <a:lnTo>
                  <a:pt x="6563315" y="5530731"/>
                </a:lnTo>
                <a:cubicBezTo>
                  <a:pt x="6555213" y="5538130"/>
                  <a:pt x="6546998" y="5544122"/>
                  <a:pt x="6538671" y="5548707"/>
                </a:cubicBezTo>
                <a:cubicBezTo>
                  <a:pt x="6530344" y="5553292"/>
                  <a:pt x="6521777" y="5557418"/>
                  <a:pt x="6512972" y="5561087"/>
                </a:cubicBezTo>
                <a:cubicBezTo>
                  <a:pt x="6504167" y="5564755"/>
                  <a:pt x="6495177" y="5567826"/>
                  <a:pt x="6486002" y="5570299"/>
                </a:cubicBezTo>
                <a:cubicBezTo>
                  <a:pt x="6476826" y="5572772"/>
                  <a:pt x="6468765" y="5574008"/>
                  <a:pt x="6461816" y="5574008"/>
                </a:cubicBezTo>
                <a:cubicBezTo>
                  <a:pt x="6456982" y="5574008"/>
                  <a:pt x="6452331" y="5573572"/>
                  <a:pt x="6447865" y="5572700"/>
                </a:cubicBezTo>
                <a:cubicBezTo>
                  <a:pt x="6443399" y="5571828"/>
                  <a:pt x="6439236" y="5569513"/>
                  <a:pt x="6435374" y="5565754"/>
                </a:cubicBezTo>
                <a:cubicBezTo>
                  <a:pt x="6431513" y="5561995"/>
                  <a:pt x="6428350" y="5557141"/>
                  <a:pt x="6425885" y="5551194"/>
                </a:cubicBezTo>
                <a:cubicBezTo>
                  <a:pt x="6423420" y="5545247"/>
                  <a:pt x="6421482" y="5537816"/>
                  <a:pt x="6420070" y="5528903"/>
                </a:cubicBezTo>
                <a:cubicBezTo>
                  <a:pt x="6418659" y="5519990"/>
                  <a:pt x="6417574" y="5508712"/>
                  <a:pt x="6416817" y="5495071"/>
                </a:cubicBezTo>
                <a:cubicBezTo>
                  <a:pt x="6416060" y="5481430"/>
                  <a:pt x="6415682" y="5465085"/>
                  <a:pt x="6415682" y="5446035"/>
                </a:cubicBezTo>
                <a:cubicBezTo>
                  <a:pt x="6415682" y="5434998"/>
                  <a:pt x="6415791" y="5422587"/>
                  <a:pt x="6416010" y="5408802"/>
                </a:cubicBezTo>
                <a:cubicBezTo>
                  <a:pt x="6416228" y="5395017"/>
                  <a:pt x="6416559" y="5380144"/>
                  <a:pt x="6417000" y="5364183"/>
                </a:cubicBezTo>
                <a:cubicBezTo>
                  <a:pt x="6417442" y="5348223"/>
                  <a:pt x="6418029" y="5331417"/>
                  <a:pt x="6418762" y="5313766"/>
                </a:cubicBezTo>
                <a:cubicBezTo>
                  <a:pt x="6419495" y="5296114"/>
                  <a:pt x="6420437" y="5278039"/>
                  <a:pt x="6421591" y="5259540"/>
                </a:cubicBezTo>
                <a:cubicBezTo>
                  <a:pt x="6422009" y="5253615"/>
                  <a:pt x="6423619" y="5248767"/>
                  <a:pt x="6426419" y="5244997"/>
                </a:cubicBezTo>
                <a:cubicBezTo>
                  <a:pt x="6429218" y="5241226"/>
                  <a:pt x="6432562" y="5238369"/>
                  <a:pt x="6436449" y="5236426"/>
                </a:cubicBezTo>
                <a:cubicBezTo>
                  <a:pt x="6440336" y="5234483"/>
                  <a:pt x="6444215" y="5233197"/>
                  <a:pt x="6448085" y="5232568"/>
                </a:cubicBezTo>
                <a:cubicBezTo>
                  <a:pt x="6451956" y="5231939"/>
                  <a:pt x="6455439" y="5231625"/>
                  <a:pt x="6458534" y="5231625"/>
                </a:cubicBezTo>
                <a:close/>
                <a:moveTo>
                  <a:pt x="762584" y="5231625"/>
                </a:moveTo>
                <a:cubicBezTo>
                  <a:pt x="759489" y="5231625"/>
                  <a:pt x="756006" y="5231939"/>
                  <a:pt x="752136" y="5232568"/>
                </a:cubicBezTo>
                <a:cubicBezTo>
                  <a:pt x="748265" y="5233197"/>
                  <a:pt x="744386" y="5234483"/>
                  <a:pt x="740499" y="5236426"/>
                </a:cubicBezTo>
                <a:cubicBezTo>
                  <a:pt x="736612" y="5238369"/>
                  <a:pt x="733269" y="5241226"/>
                  <a:pt x="730469" y="5244997"/>
                </a:cubicBezTo>
                <a:cubicBezTo>
                  <a:pt x="727669" y="5248767"/>
                  <a:pt x="726060" y="5253615"/>
                  <a:pt x="725641" y="5259540"/>
                </a:cubicBezTo>
                <a:cubicBezTo>
                  <a:pt x="724488" y="5278039"/>
                  <a:pt x="723545" y="5296114"/>
                  <a:pt x="722812" y="5313766"/>
                </a:cubicBezTo>
                <a:cubicBezTo>
                  <a:pt x="722080" y="5331417"/>
                  <a:pt x="721493" y="5348223"/>
                  <a:pt x="721051" y="5364183"/>
                </a:cubicBezTo>
                <a:cubicBezTo>
                  <a:pt x="720609" y="5380144"/>
                  <a:pt x="720279" y="5395017"/>
                  <a:pt x="720060" y="5408802"/>
                </a:cubicBezTo>
                <a:cubicBezTo>
                  <a:pt x="719842" y="5422587"/>
                  <a:pt x="719732" y="5434998"/>
                  <a:pt x="719732" y="5446035"/>
                </a:cubicBezTo>
                <a:cubicBezTo>
                  <a:pt x="719732" y="5465085"/>
                  <a:pt x="720111" y="5481430"/>
                  <a:pt x="720868" y="5495071"/>
                </a:cubicBezTo>
                <a:cubicBezTo>
                  <a:pt x="721625" y="5508712"/>
                  <a:pt x="722709" y="5519990"/>
                  <a:pt x="724120" y="5528903"/>
                </a:cubicBezTo>
                <a:cubicBezTo>
                  <a:pt x="725532" y="5537816"/>
                  <a:pt x="727470" y="5545247"/>
                  <a:pt x="729935" y="5551194"/>
                </a:cubicBezTo>
                <a:cubicBezTo>
                  <a:pt x="732400" y="5557141"/>
                  <a:pt x="735563" y="5561995"/>
                  <a:pt x="739425" y="5565754"/>
                </a:cubicBezTo>
                <a:cubicBezTo>
                  <a:pt x="743286" y="5569513"/>
                  <a:pt x="747450" y="5571828"/>
                  <a:pt x="751916" y="5572700"/>
                </a:cubicBezTo>
                <a:cubicBezTo>
                  <a:pt x="756382" y="5573572"/>
                  <a:pt x="761032" y="5574008"/>
                  <a:pt x="765867" y="5574008"/>
                </a:cubicBezTo>
                <a:cubicBezTo>
                  <a:pt x="772815" y="5574008"/>
                  <a:pt x="780877" y="5572772"/>
                  <a:pt x="790052" y="5570299"/>
                </a:cubicBezTo>
                <a:cubicBezTo>
                  <a:pt x="799227" y="5567826"/>
                  <a:pt x="808217" y="5564755"/>
                  <a:pt x="817022" y="5561087"/>
                </a:cubicBezTo>
                <a:cubicBezTo>
                  <a:pt x="825828" y="5557418"/>
                  <a:pt x="834394" y="5553292"/>
                  <a:pt x="842721" y="5548707"/>
                </a:cubicBezTo>
                <a:cubicBezTo>
                  <a:pt x="851049" y="5544122"/>
                  <a:pt x="859263" y="5538130"/>
                  <a:pt x="867365" y="5530731"/>
                </a:cubicBezTo>
                <a:lnTo>
                  <a:pt x="859241" y="5507123"/>
                </a:lnTo>
                <a:cubicBezTo>
                  <a:pt x="845049" y="5511553"/>
                  <a:pt x="834371" y="5514704"/>
                  <a:pt x="827208" y="5516576"/>
                </a:cubicBezTo>
                <a:cubicBezTo>
                  <a:pt x="820044" y="5518448"/>
                  <a:pt x="813237" y="5519384"/>
                  <a:pt x="806786" y="5519384"/>
                </a:cubicBezTo>
                <a:cubicBezTo>
                  <a:pt x="803661" y="5519384"/>
                  <a:pt x="801214" y="5519168"/>
                  <a:pt x="799445" y="5518735"/>
                </a:cubicBezTo>
                <a:cubicBezTo>
                  <a:pt x="797677" y="5518303"/>
                  <a:pt x="796217" y="5517474"/>
                  <a:pt x="795066" y="5516248"/>
                </a:cubicBezTo>
                <a:cubicBezTo>
                  <a:pt x="793915" y="5515023"/>
                  <a:pt x="792726" y="5512628"/>
                  <a:pt x="791499" y="5509066"/>
                </a:cubicBezTo>
                <a:cubicBezTo>
                  <a:pt x="790273" y="5505503"/>
                  <a:pt x="789157" y="5500061"/>
                  <a:pt x="788153" y="5492740"/>
                </a:cubicBezTo>
                <a:cubicBezTo>
                  <a:pt x="787148" y="5485418"/>
                  <a:pt x="786459" y="5477114"/>
                  <a:pt x="786084" y="5467827"/>
                </a:cubicBezTo>
                <a:cubicBezTo>
                  <a:pt x="785710" y="5458541"/>
                  <a:pt x="785522" y="5445222"/>
                  <a:pt x="785522" y="5427872"/>
                </a:cubicBezTo>
                <a:cubicBezTo>
                  <a:pt x="785522" y="5414352"/>
                  <a:pt x="785750" y="5401374"/>
                  <a:pt x="786206" y="5388937"/>
                </a:cubicBezTo>
                <a:cubicBezTo>
                  <a:pt x="786662" y="5376501"/>
                  <a:pt x="787431" y="5362572"/>
                  <a:pt x="788512" y="5347151"/>
                </a:cubicBezTo>
                <a:cubicBezTo>
                  <a:pt x="789593" y="5331730"/>
                  <a:pt x="790995" y="5315799"/>
                  <a:pt x="792717" y="5299358"/>
                </a:cubicBezTo>
                <a:cubicBezTo>
                  <a:pt x="794439" y="5282917"/>
                  <a:pt x="796637" y="5263987"/>
                  <a:pt x="799311" y="5242567"/>
                </a:cubicBezTo>
                <a:cubicBezTo>
                  <a:pt x="785949" y="5235272"/>
                  <a:pt x="773707" y="5231625"/>
                  <a:pt x="762584" y="5231625"/>
                </a:cubicBezTo>
                <a:close/>
                <a:moveTo>
                  <a:pt x="4268818" y="5229438"/>
                </a:moveTo>
                <a:cubicBezTo>
                  <a:pt x="4281410" y="5229438"/>
                  <a:pt x="4293434" y="5231051"/>
                  <a:pt x="4304891" y="5234277"/>
                </a:cubicBezTo>
                <a:cubicBezTo>
                  <a:pt x="4316347" y="5237504"/>
                  <a:pt x="4326258" y="5242082"/>
                  <a:pt x="4334624" y="5248012"/>
                </a:cubicBezTo>
                <a:cubicBezTo>
                  <a:pt x="4342989" y="5253942"/>
                  <a:pt x="4349717" y="5261348"/>
                  <a:pt x="4354806" y="5270232"/>
                </a:cubicBezTo>
                <a:cubicBezTo>
                  <a:pt x="4359895" y="5279115"/>
                  <a:pt x="4362440" y="5288844"/>
                  <a:pt x="4362440" y="5299421"/>
                </a:cubicBezTo>
                <a:cubicBezTo>
                  <a:pt x="4362440" y="5306490"/>
                  <a:pt x="4361283" y="5312938"/>
                  <a:pt x="4358969" y="5318766"/>
                </a:cubicBezTo>
                <a:cubicBezTo>
                  <a:pt x="4356655" y="5324593"/>
                  <a:pt x="4353445" y="5329561"/>
                  <a:pt x="4349338" y="5333667"/>
                </a:cubicBezTo>
                <a:cubicBezTo>
                  <a:pt x="4345232" y="5337774"/>
                  <a:pt x="4340357" y="5340891"/>
                  <a:pt x="4334714" y="5343019"/>
                </a:cubicBezTo>
                <a:cubicBezTo>
                  <a:pt x="4329072" y="5345147"/>
                  <a:pt x="4323081" y="5346211"/>
                  <a:pt x="4316742" y="5346211"/>
                </a:cubicBezTo>
                <a:cubicBezTo>
                  <a:pt x="4312791" y="5346211"/>
                  <a:pt x="4308815" y="5345828"/>
                  <a:pt x="4304814" y="5345061"/>
                </a:cubicBezTo>
                <a:cubicBezTo>
                  <a:pt x="4300813" y="5344295"/>
                  <a:pt x="4295620" y="5342524"/>
                  <a:pt x="4289234" y="5339747"/>
                </a:cubicBezTo>
                <a:lnTo>
                  <a:pt x="4286583" y="5329938"/>
                </a:lnTo>
                <a:cubicBezTo>
                  <a:pt x="4290666" y="5320711"/>
                  <a:pt x="4292708" y="5312727"/>
                  <a:pt x="4292708" y="5305985"/>
                </a:cubicBezTo>
                <a:cubicBezTo>
                  <a:pt x="4292708" y="5301609"/>
                  <a:pt x="4291929" y="5297429"/>
                  <a:pt x="4290371" y="5293445"/>
                </a:cubicBezTo>
                <a:cubicBezTo>
                  <a:pt x="4288813" y="5289462"/>
                  <a:pt x="4286535" y="5285998"/>
                  <a:pt x="4283536" y="5283054"/>
                </a:cubicBezTo>
                <a:cubicBezTo>
                  <a:pt x="4280537" y="5280110"/>
                  <a:pt x="4276634" y="5277719"/>
                  <a:pt x="4271826" y="5275881"/>
                </a:cubicBezTo>
                <a:cubicBezTo>
                  <a:pt x="4267019" y="5274042"/>
                  <a:pt x="4261275" y="5273123"/>
                  <a:pt x="4254597" y="5273123"/>
                </a:cubicBezTo>
                <a:cubicBezTo>
                  <a:pt x="4244525" y="5273123"/>
                  <a:pt x="4235539" y="5274875"/>
                  <a:pt x="4227638" y="5278378"/>
                </a:cubicBezTo>
                <a:cubicBezTo>
                  <a:pt x="4219738" y="5281882"/>
                  <a:pt x="4212651" y="5286802"/>
                  <a:pt x="4206380" y="5293140"/>
                </a:cubicBezTo>
                <a:cubicBezTo>
                  <a:pt x="4200108" y="5299478"/>
                  <a:pt x="4194712" y="5306899"/>
                  <a:pt x="4190191" y="5315402"/>
                </a:cubicBezTo>
                <a:cubicBezTo>
                  <a:pt x="4185671" y="5323905"/>
                  <a:pt x="4181914" y="5333167"/>
                  <a:pt x="4178921" y="5343190"/>
                </a:cubicBezTo>
                <a:cubicBezTo>
                  <a:pt x="4175928" y="5353213"/>
                  <a:pt x="4173745" y="5363411"/>
                  <a:pt x="4172371" y="5373786"/>
                </a:cubicBezTo>
                <a:cubicBezTo>
                  <a:pt x="4170996" y="5384161"/>
                  <a:pt x="4170309" y="5394530"/>
                  <a:pt x="4170309" y="5404892"/>
                </a:cubicBezTo>
                <a:cubicBezTo>
                  <a:pt x="4170309" y="5422844"/>
                  <a:pt x="4172627" y="5439122"/>
                  <a:pt x="4177265" y="5453725"/>
                </a:cubicBezTo>
                <a:cubicBezTo>
                  <a:pt x="4181902" y="5468327"/>
                  <a:pt x="4187958" y="5480515"/>
                  <a:pt x="4195436" y="5490289"/>
                </a:cubicBezTo>
                <a:cubicBezTo>
                  <a:pt x="4202913" y="5500063"/>
                  <a:pt x="4211584" y="5507611"/>
                  <a:pt x="4221449" y="5512933"/>
                </a:cubicBezTo>
                <a:cubicBezTo>
                  <a:pt x="4231313" y="5518254"/>
                  <a:pt x="4241779" y="5520915"/>
                  <a:pt x="4252846" y="5520915"/>
                </a:cubicBezTo>
                <a:cubicBezTo>
                  <a:pt x="4264636" y="5520915"/>
                  <a:pt x="4276733" y="5517764"/>
                  <a:pt x="4289138" y="5511462"/>
                </a:cubicBezTo>
                <a:cubicBezTo>
                  <a:pt x="4301543" y="5505160"/>
                  <a:pt x="4315310" y="5493575"/>
                  <a:pt x="4330440" y="5476706"/>
                </a:cubicBezTo>
                <a:cubicBezTo>
                  <a:pt x="4336088" y="5478162"/>
                  <a:pt x="4339745" y="5479372"/>
                  <a:pt x="4341410" y="5480336"/>
                </a:cubicBezTo>
                <a:cubicBezTo>
                  <a:pt x="4343075" y="5481300"/>
                  <a:pt x="4344589" y="5482379"/>
                  <a:pt x="4345953" y="5483573"/>
                </a:cubicBezTo>
                <a:cubicBezTo>
                  <a:pt x="4347317" y="5484767"/>
                  <a:pt x="4348947" y="5486470"/>
                  <a:pt x="4350842" y="5488681"/>
                </a:cubicBezTo>
                <a:cubicBezTo>
                  <a:pt x="4352737" y="5490893"/>
                  <a:pt x="4353685" y="5493453"/>
                  <a:pt x="4353685" y="5496362"/>
                </a:cubicBezTo>
                <a:lnTo>
                  <a:pt x="4351926" y="5502659"/>
                </a:lnTo>
                <a:lnTo>
                  <a:pt x="4340009" y="5519879"/>
                </a:lnTo>
                <a:cubicBezTo>
                  <a:pt x="4327483" y="5536000"/>
                  <a:pt x="4313269" y="5548620"/>
                  <a:pt x="4297368" y="5557740"/>
                </a:cubicBezTo>
                <a:cubicBezTo>
                  <a:pt x="4276167" y="5569899"/>
                  <a:pt x="4252937" y="5575979"/>
                  <a:pt x="4227678" y="5575979"/>
                </a:cubicBezTo>
                <a:cubicBezTo>
                  <a:pt x="4213705" y="5575979"/>
                  <a:pt x="4200902" y="5574054"/>
                  <a:pt x="4189270" y="5570203"/>
                </a:cubicBezTo>
                <a:cubicBezTo>
                  <a:pt x="4177639" y="5566352"/>
                  <a:pt x="4167079" y="5560988"/>
                  <a:pt x="4157593" y="5554110"/>
                </a:cubicBezTo>
                <a:cubicBezTo>
                  <a:pt x="4148106" y="5547233"/>
                  <a:pt x="4139770" y="5539095"/>
                  <a:pt x="4132583" y="5529697"/>
                </a:cubicBezTo>
                <a:cubicBezTo>
                  <a:pt x="4125397" y="5520298"/>
                  <a:pt x="4119455" y="5510250"/>
                  <a:pt x="4114759" y="5499550"/>
                </a:cubicBezTo>
                <a:cubicBezTo>
                  <a:pt x="4110062" y="5488851"/>
                  <a:pt x="4106524" y="5477631"/>
                  <a:pt x="4104146" y="5465891"/>
                </a:cubicBezTo>
                <a:cubicBezTo>
                  <a:pt x="4101767" y="5454151"/>
                  <a:pt x="4100577" y="5442207"/>
                  <a:pt x="4100577" y="5430059"/>
                </a:cubicBezTo>
                <a:cubicBezTo>
                  <a:pt x="4100577" y="5413969"/>
                  <a:pt x="4102317" y="5397942"/>
                  <a:pt x="4105797" y="5381977"/>
                </a:cubicBezTo>
                <a:cubicBezTo>
                  <a:pt x="4109278" y="5366011"/>
                  <a:pt x="4114387" y="5350647"/>
                  <a:pt x="4121126" y="5335884"/>
                </a:cubicBezTo>
                <a:cubicBezTo>
                  <a:pt x="4127865" y="5321121"/>
                  <a:pt x="4136070" y="5307305"/>
                  <a:pt x="4145742" y="5294436"/>
                </a:cubicBezTo>
                <a:cubicBezTo>
                  <a:pt x="4155413" y="5281567"/>
                  <a:pt x="4166487" y="5270289"/>
                  <a:pt x="4178963" y="5260601"/>
                </a:cubicBezTo>
                <a:cubicBezTo>
                  <a:pt x="4191439" y="5250913"/>
                  <a:pt x="4205252" y="5243297"/>
                  <a:pt x="4220402" y="5237753"/>
                </a:cubicBezTo>
                <a:cubicBezTo>
                  <a:pt x="4235552" y="5232210"/>
                  <a:pt x="4251691" y="5229438"/>
                  <a:pt x="4268818" y="5229438"/>
                </a:cubicBezTo>
                <a:close/>
                <a:moveTo>
                  <a:pt x="7480274" y="5229218"/>
                </a:moveTo>
                <a:cubicBezTo>
                  <a:pt x="7491852" y="5229218"/>
                  <a:pt x="7503036" y="5230828"/>
                  <a:pt x="7513825" y="5234049"/>
                </a:cubicBezTo>
                <a:cubicBezTo>
                  <a:pt x="7524614" y="5237270"/>
                  <a:pt x="7534168" y="5241969"/>
                  <a:pt x="7542487" y="5248146"/>
                </a:cubicBezTo>
                <a:cubicBezTo>
                  <a:pt x="7550806" y="5254324"/>
                  <a:pt x="7557501" y="5262059"/>
                  <a:pt x="7562570" y="5271353"/>
                </a:cubicBezTo>
                <a:cubicBezTo>
                  <a:pt x="7567640" y="5280647"/>
                  <a:pt x="7570174" y="5291097"/>
                  <a:pt x="7570174" y="5302703"/>
                </a:cubicBezTo>
                <a:cubicBezTo>
                  <a:pt x="7570174" y="5319937"/>
                  <a:pt x="7564734" y="5334772"/>
                  <a:pt x="7553853" y="5347208"/>
                </a:cubicBezTo>
                <a:cubicBezTo>
                  <a:pt x="7542972" y="5359645"/>
                  <a:pt x="7528573" y="5369921"/>
                  <a:pt x="7510656" y="5378038"/>
                </a:cubicBezTo>
                <a:cubicBezTo>
                  <a:pt x="7492738" y="5386155"/>
                  <a:pt x="7471915" y="5392647"/>
                  <a:pt x="7448185" y="5397513"/>
                </a:cubicBezTo>
                <a:cubicBezTo>
                  <a:pt x="7436320" y="5399946"/>
                  <a:pt x="7424724" y="5402005"/>
                  <a:pt x="7413400" y="5403690"/>
                </a:cubicBezTo>
                <a:lnTo>
                  <a:pt x="7380537" y="5407587"/>
                </a:lnTo>
                <a:lnTo>
                  <a:pt x="7381900" y="5428534"/>
                </a:lnTo>
                <a:cubicBezTo>
                  <a:pt x="7383012" y="5436640"/>
                  <a:pt x="7384679" y="5444318"/>
                  <a:pt x="7386901" y="5451565"/>
                </a:cubicBezTo>
                <a:cubicBezTo>
                  <a:pt x="7391346" y="5466061"/>
                  <a:pt x="7397377" y="5478354"/>
                  <a:pt x="7404994" y="5488444"/>
                </a:cubicBezTo>
                <a:cubicBezTo>
                  <a:pt x="7412611" y="5498534"/>
                  <a:pt x="7421383" y="5506286"/>
                  <a:pt x="7431309" y="5511699"/>
                </a:cubicBezTo>
                <a:cubicBezTo>
                  <a:pt x="7441235" y="5517113"/>
                  <a:pt x="7451941" y="5519820"/>
                  <a:pt x="7463426" y="5519820"/>
                </a:cubicBezTo>
                <a:cubicBezTo>
                  <a:pt x="7475270" y="5519820"/>
                  <a:pt x="7487489" y="5516854"/>
                  <a:pt x="7500085" y="5510923"/>
                </a:cubicBezTo>
                <a:cubicBezTo>
                  <a:pt x="7512681" y="5504992"/>
                  <a:pt x="7527243" y="5494097"/>
                  <a:pt x="7543772" y="5478238"/>
                </a:cubicBezTo>
                <a:cubicBezTo>
                  <a:pt x="7549047" y="5479698"/>
                  <a:pt x="7552427" y="5480859"/>
                  <a:pt x="7553914" y="5481720"/>
                </a:cubicBezTo>
                <a:cubicBezTo>
                  <a:pt x="7555401" y="5482582"/>
                  <a:pt x="7556936" y="5483655"/>
                  <a:pt x="7558517" y="5484938"/>
                </a:cubicBezTo>
                <a:cubicBezTo>
                  <a:pt x="7560098" y="5486222"/>
                  <a:pt x="7561817" y="5488023"/>
                  <a:pt x="7563672" y="5490341"/>
                </a:cubicBezTo>
                <a:cubicBezTo>
                  <a:pt x="7565528" y="5492660"/>
                  <a:pt x="7566456" y="5495250"/>
                  <a:pt x="7566456" y="5498113"/>
                </a:cubicBezTo>
                <a:cubicBezTo>
                  <a:pt x="7566456" y="5500759"/>
                  <a:pt x="7564785" y="5504315"/>
                  <a:pt x="7561443" y="5508780"/>
                </a:cubicBezTo>
                <a:cubicBezTo>
                  <a:pt x="7554565" y="5518358"/>
                  <a:pt x="7546165" y="5527571"/>
                  <a:pt x="7536243" y="5536417"/>
                </a:cubicBezTo>
                <a:cubicBezTo>
                  <a:pt x="7526322" y="5545263"/>
                  <a:pt x="7516012" y="5552648"/>
                  <a:pt x="7505314" y="5558573"/>
                </a:cubicBezTo>
                <a:cubicBezTo>
                  <a:pt x="7494616" y="5564499"/>
                  <a:pt x="7483600" y="5568917"/>
                  <a:pt x="7472267" y="5571830"/>
                </a:cubicBezTo>
                <a:cubicBezTo>
                  <a:pt x="7460934" y="5574743"/>
                  <a:pt x="7449818" y="5576199"/>
                  <a:pt x="7438918" y="5576199"/>
                </a:cubicBezTo>
                <a:cubicBezTo>
                  <a:pt x="7419813" y="5576199"/>
                  <a:pt x="7402411" y="5572353"/>
                  <a:pt x="7386715" y="5564660"/>
                </a:cubicBezTo>
                <a:cubicBezTo>
                  <a:pt x="7371018" y="5556968"/>
                  <a:pt x="7357502" y="5546431"/>
                  <a:pt x="7346168" y="5533050"/>
                </a:cubicBezTo>
                <a:cubicBezTo>
                  <a:pt x="7334834" y="5519670"/>
                  <a:pt x="7326056" y="5504187"/>
                  <a:pt x="7319834" y="5486600"/>
                </a:cubicBezTo>
                <a:cubicBezTo>
                  <a:pt x="7313613" y="5469014"/>
                  <a:pt x="7310502" y="5450021"/>
                  <a:pt x="7310502" y="5429620"/>
                </a:cubicBezTo>
                <a:cubicBezTo>
                  <a:pt x="7310502" y="5413237"/>
                  <a:pt x="7312280" y="5396951"/>
                  <a:pt x="7315835" y="5380763"/>
                </a:cubicBezTo>
                <a:cubicBezTo>
                  <a:pt x="7319391" y="5364574"/>
                  <a:pt x="7324504" y="5349208"/>
                  <a:pt x="7331176" y="5334663"/>
                </a:cubicBezTo>
                <a:cubicBezTo>
                  <a:pt x="7337848" y="5320119"/>
                  <a:pt x="7346166" y="5306346"/>
                  <a:pt x="7356130" y="5293346"/>
                </a:cubicBezTo>
                <a:cubicBezTo>
                  <a:pt x="7366095" y="5280346"/>
                  <a:pt x="7377312" y="5269141"/>
                  <a:pt x="7389782" y="5259732"/>
                </a:cubicBezTo>
                <a:cubicBezTo>
                  <a:pt x="7402253" y="5250324"/>
                  <a:pt x="7416102" y="5242886"/>
                  <a:pt x="7431330" y="5237419"/>
                </a:cubicBezTo>
                <a:cubicBezTo>
                  <a:pt x="7446558" y="5231951"/>
                  <a:pt x="7462873" y="5229218"/>
                  <a:pt x="7480274" y="5229218"/>
                </a:cubicBezTo>
                <a:close/>
                <a:moveTo>
                  <a:pt x="2031974" y="5229218"/>
                </a:moveTo>
                <a:cubicBezTo>
                  <a:pt x="2014573" y="5229218"/>
                  <a:pt x="1998258" y="5231951"/>
                  <a:pt x="1983030" y="5237419"/>
                </a:cubicBezTo>
                <a:cubicBezTo>
                  <a:pt x="1967802" y="5242886"/>
                  <a:pt x="1953953" y="5250324"/>
                  <a:pt x="1941483" y="5259732"/>
                </a:cubicBezTo>
                <a:cubicBezTo>
                  <a:pt x="1929013" y="5269141"/>
                  <a:pt x="1917795" y="5280346"/>
                  <a:pt x="1907831" y="5293346"/>
                </a:cubicBezTo>
                <a:cubicBezTo>
                  <a:pt x="1897866" y="5306346"/>
                  <a:pt x="1889548" y="5320119"/>
                  <a:pt x="1882877" y="5334663"/>
                </a:cubicBezTo>
                <a:cubicBezTo>
                  <a:pt x="1876205" y="5349208"/>
                  <a:pt x="1871091" y="5364574"/>
                  <a:pt x="1867536" y="5380763"/>
                </a:cubicBezTo>
                <a:cubicBezTo>
                  <a:pt x="1863980" y="5396951"/>
                  <a:pt x="1862202" y="5413237"/>
                  <a:pt x="1862202" y="5429620"/>
                </a:cubicBezTo>
                <a:cubicBezTo>
                  <a:pt x="1862202" y="5450021"/>
                  <a:pt x="1865313" y="5469014"/>
                  <a:pt x="1871535" y="5486600"/>
                </a:cubicBezTo>
                <a:cubicBezTo>
                  <a:pt x="1877757" y="5504187"/>
                  <a:pt x="1886535" y="5519670"/>
                  <a:pt x="1897869" y="5533050"/>
                </a:cubicBezTo>
                <a:cubicBezTo>
                  <a:pt x="1909203" y="5546431"/>
                  <a:pt x="1922718" y="5556968"/>
                  <a:pt x="1938415" y="5564660"/>
                </a:cubicBezTo>
                <a:cubicBezTo>
                  <a:pt x="1954112" y="5572353"/>
                  <a:pt x="1971513" y="5576199"/>
                  <a:pt x="1990619" y="5576199"/>
                </a:cubicBezTo>
                <a:cubicBezTo>
                  <a:pt x="2001518" y="5576199"/>
                  <a:pt x="2012634" y="5574743"/>
                  <a:pt x="2023967" y="5571830"/>
                </a:cubicBezTo>
                <a:cubicBezTo>
                  <a:pt x="2035300" y="5568917"/>
                  <a:pt x="2046316" y="5564499"/>
                  <a:pt x="2057014" y="5558573"/>
                </a:cubicBezTo>
                <a:cubicBezTo>
                  <a:pt x="2067712" y="5552648"/>
                  <a:pt x="2078022" y="5545263"/>
                  <a:pt x="2087944" y="5536417"/>
                </a:cubicBezTo>
                <a:cubicBezTo>
                  <a:pt x="2097865" y="5527571"/>
                  <a:pt x="2106265" y="5518358"/>
                  <a:pt x="2113144" y="5508780"/>
                </a:cubicBezTo>
                <a:cubicBezTo>
                  <a:pt x="2116486" y="5504315"/>
                  <a:pt x="2118156" y="5500759"/>
                  <a:pt x="2118156" y="5498113"/>
                </a:cubicBezTo>
                <a:cubicBezTo>
                  <a:pt x="2118156" y="5495250"/>
                  <a:pt x="2117229" y="5492660"/>
                  <a:pt x="2115373" y="5490341"/>
                </a:cubicBezTo>
                <a:cubicBezTo>
                  <a:pt x="2113517" y="5488023"/>
                  <a:pt x="2111799" y="5486222"/>
                  <a:pt x="2110217" y="5484938"/>
                </a:cubicBezTo>
                <a:cubicBezTo>
                  <a:pt x="2108636" y="5483655"/>
                  <a:pt x="2107102" y="5482582"/>
                  <a:pt x="2105615" y="5481720"/>
                </a:cubicBezTo>
                <a:cubicBezTo>
                  <a:pt x="2104127" y="5480859"/>
                  <a:pt x="2100747" y="5479698"/>
                  <a:pt x="2095473" y="5478238"/>
                </a:cubicBezTo>
                <a:cubicBezTo>
                  <a:pt x="2078944" y="5494097"/>
                  <a:pt x="2064381" y="5504992"/>
                  <a:pt x="2051785" y="5510923"/>
                </a:cubicBezTo>
                <a:cubicBezTo>
                  <a:pt x="2039190" y="5516854"/>
                  <a:pt x="2026970" y="5519820"/>
                  <a:pt x="2015127" y="5519820"/>
                </a:cubicBezTo>
                <a:cubicBezTo>
                  <a:pt x="2003641" y="5519820"/>
                  <a:pt x="1992936" y="5517113"/>
                  <a:pt x="1983009" y="5511699"/>
                </a:cubicBezTo>
                <a:cubicBezTo>
                  <a:pt x="1973083" y="5506286"/>
                  <a:pt x="1964312" y="5498534"/>
                  <a:pt x="1956695" y="5488444"/>
                </a:cubicBezTo>
                <a:cubicBezTo>
                  <a:pt x="1949078" y="5478354"/>
                  <a:pt x="1943047" y="5466061"/>
                  <a:pt x="1938602" y="5451565"/>
                </a:cubicBezTo>
                <a:cubicBezTo>
                  <a:pt x="1936379" y="5444318"/>
                  <a:pt x="1934712" y="5436640"/>
                  <a:pt x="1933601" y="5428534"/>
                </a:cubicBezTo>
                <a:lnTo>
                  <a:pt x="1932238" y="5407587"/>
                </a:lnTo>
                <a:lnTo>
                  <a:pt x="1965100" y="5403690"/>
                </a:lnTo>
                <a:cubicBezTo>
                  <a:pt x="1976425" y="5402005"/>
                  <a:pt x="1988020" y="5399946"/>
                  <a:pt x="1999885" y="5397513"/>
                </a:cubicBezTo>
                <a:cubicBezTo>
                  <a:pt x="2023615" y="5392647"/>
                  <a:pt x="2044439" y="5386155"/>
                  <a:pt x="2062356" y="5378038"/>
                </a:cubicBezTo>
                <a:cubicBezTo>
                  <a:pt x="2080274" y="5369921"/>
                  <a:pt x="2094673" y="5359645"/>
                  <a:pt x="2105554" y="5347208"/>
                </a:cubicBezTo>
                <a:cubicBezTo>
                  <a:pt x="2116434" y="5334772"/>
                  <a:pt x="2121875" y="5319937"/>
                  <a:pt x="2121875" y="5302703"/>
                </a:cubicBezTo>
                <a:cubicBezTo>
                  <a:pt x="2121875" y="5291097"/>
                  <a:pt x="2119340" y="5280647"/>
                  <a:pt x="2114271" y="5271353"/>
                </a:cubicBezTo>
                <a:cubicBezTo>
                  <a:pt x="2109201" y="5262059"/>
                  <a:pt x="2102507" y="5254324"/>
                  <a:pt x="2094187" y="5248146"/>
                </a:cubicBezTo>
                <a:cubicBezTo>
                  <a:pt x="2085868" y="5241969"/>
                  <a:pt x="2076314" y="5237270"/>
                  <a:pt x="2065525" y="5234049"/>
                </a:cubicBezTo>
                <a:cubicBezTo>
                  <a:pt x="2054736" y="5230828"/>
                  <a:pt x="2043553" y="5229218"/>
                  <a:pt x="2031974" y="5229218"/>
                </a:cubicBezTo>
                <a:close/>
                <a:moveTo>
                  <a:pt x="1260449" y="5229218"/>
                </a:moveTo>
                <a:cubicBezTo>
                  <a:pt x="1243048" y="5229218"/>
                  <a:pt x="1226733" y="5231951"/>
                  <a:pt x="1211505" y="5237419"/>
                </a:cubicBezTo>
                <a:cubicBezTo>
                  <a:pt x="1196277" y="5242886"/>
                  <a:pt x="1182428" y="5250324"/>
                  <a:pt x="1169958" y="5259732"/>
                </a:cubicBezTo>
                <a:cubicBezTo>
                  <a:pt x="1157488" y="5269141"/>
                  <a:pt x="1146270" y="5280346"/>
                  <a:pt x="1136306" y="5293346"/>
                </a:cubicBezTo>
                <a:cubicBezTo>
                  <a:pt x="1126341" y="5306346"/>
                  <a:pt x="1118023" y="5320119"/>
                  <a:pt x="1111352" y="5334663"/>
                </a:cubicBezTo>
                <a:cubicBezTo>
                  <a:pt x="1104680" y="5349208"/>
                  <a:pt x="1099566" y="5364574"/>
                  <a:pt x="1096011" y="5380763"/>
                </a:cubicBezTo>
                <a:cubicBezTo>
                  <a:pt x="1092455" y="5396951"/>
                  <a:pt x="1090677" y="5413237"/>
                  <a:pt x="1090677" y="5429620"/>
                </a:cubicBezTo>
                <a:cubicBezTo>
                  <a:pt x="1090677" y="5450021"/>
                  <a:pt x="1093788" y="5469014"/>
                  <a:pt x="1100010" y="5486600"/>
                </a:cubicBezTo>
                <a:cubicBezTo>
                  <a:pt x="1106232" y="5504187"/>
                  <a:pt x="1115009" y="5519670"/>
                  <a:pt x="1126344" y="5533050"/>
                </a:cubicBezTo>
                <a:cubicBezTo>
                  <a:pt x="1137678" y="5546431"/>
                  <a:pt x="1151193" y="5556968"/>
                  <a:pt x="1166890" y="5564660"/>
                </a:cubicBezTo>
                <a:cubicBezTo>
                  <a:pt x="1182587" y="5572353"/>
                  <a:pt x="1199988" y="5576199"/>
                  <a:pt x="1219094" y="5576199"/>
                </a:cubicBezTo>
                <a:cubicBezTo>
                  <a:pt x="1229993" y="5576199"/>
                  <a:pt x="1241109" y="5574743"/>
                  <a:pt x="1252442" y="5571830"/>
                </a:cubicBezTo>
                <a:cubicBezTo>
                  <a:pt x="1263775" y="5568917"/>
                  <a:pt x="1274791" y="5564499"/>
                  <a:pt x="1285489" y="5558573"/>
                </a:cubicBezTo>
                <a:cubicBezTo>
                  <a:pt x="1296187" y="5552648"/>
                  <a:pt x="1306497" y="5545263"/>
                  <a:pt x="1316419" y="5536417"/>
                </a:cubicBezTo>
                <a:cubicBezTo>
                  <a:pt x="1326340" y="5527571"/>
                  <a:pt x="1334740" y="5518358"/>
                  <a:pt x="1341619" y="5508780"/>
                </a:cubicBezTo>
                <a:cubicBezTo>
                  <a:pt x="1344960" y="5504315"/>
                  <a:pt x="1346631" y="5500759"/>
                  <a:pt x="1346631" y="5498113"/>
                </a:cubicBezTo>
                <a:cubicBezTo>
                  <a:pt x="1346631" y="5495250"/>
                  <a:pt x="1345703" y="5492660"/>
                  <a:pt x="1343848" y="5490341"/>
                </a:cubicBezTo>
                <a:cubicBezTo>
                  <a:pt x="1341992" y="5488023"/>
                  <a:pt x="1340274" y="5486222"/>
                  <a:pt x="1338692" y="5484938"/>
                </a:cubicBezTo>
                <a:cubicBezTo>
                  <a:pt x="1337111" y="5483655"/>
                  <a:pt x="1335577" y="5482582"/>
                  <a:pt x="1334090" y="5481720"/>
                </a:cubicBezTo>
                <a:cubicBezTo>
                  <a:pt x="1332602" y="5480859"/>
                  <a:pt x="1329222" y="5479698"/>
                  <a:pt x="1323948" y="5478238"/>
                </a:cubicBezTo>
                <a:cubicBezTo>
                  <a:pt x="1307419" y="5494097"/>
                  <a:pt x="1292856" y="5504992"/>
                  <a:pt x="1280261" y="5510923"/>
                </a:cubicBezTo>
                <a:cubicBezTo>
                  <a:pt x="1267665" y="5516854"/>
                  <a:pt x="1255445" y="5519820"/>
                  <a:pt x="1243602" y="5519820"/>
                </a:cubicBezTo>
                <a:cubicBezTo>
                  <a:pt x="1232116" y="5519820"/>
                  <a:pt x="1221411" y="5517113"/>
                  <a:pt x="1211484" y="5511699"/>
                </a:cubicBezTo>
                <a:cubicBezTo>
                  <a:pt x="1201558" y="5506286"/>
                  <a:pt x="1192787" y="5498534"/>
                  <a:pt x="1185170" y="5488444"/>
                </a:cubicBezTo>
                <a:cubicBezTo>
                  <a:pt x="1177553" y="5478354"/>
                  <a:pt x="1171522" y="5466061"/>
                  <a:pt x="1167077" y="5451565"/>
                </a:cubicBezTo>
                <a:cubicBezTo>
                  <a:pt x="1164854" y="5444318"/>
                  <a:pt x="1163187" y="5436640"/>
                  <a:pt x="1162076" y="5428534"/>
                </a:cubicBezTo>
                <a:lnTo>
                  <a:pt x="1160712" y="5407587"/>
                </a:lnTo>
                <a:lnTo>
                  <a:pt x="1193575" y="5403690"/>
                </a:lnTo>
                <a:cubicBezTo>
                  <a:pt x="1204900" y="5402005"/>
                  <a:pt x="1216495" y="5399946"/>
                  <a:pt x="1228360" y="5397513"/>
                </a:cubicBezTo>
                <a:cubicBezTo>
                  <a:pt x="1252090" y="5392647"/>
                  <a:pt x="1272914" y="5386155"/>
                  <a:pt x="1290831" y="5378038"/>
                </a:cubicBezTo>
                <a:cubicBezTo>
                  <a:pt x="1308749" y="5369921"/>
                  <a:pt x="1323148" y="5359645"/>
                  <a:pt x="1334029" y="5347208"/>
                </a:cubicBezTo>
                <a:cubicBezTo>
                  <a:pt x="1344909" y="5334772"/>
                  <a:pt x="1350350" y="5319937"/>
                  <a:pt x="1350350" y="5302703"/>
                </a:cubicBezTo>
                <a:cubicBezTo>
                  <a:pt x="1350350" y="5291097"/>
                  <a:pt x="1347815" y="5280647"/>
                  <a:pt x="1342745" y="5271353"/>
                </a:cubicBezTo>
                <a:cubicBezTo>
                  <a:pt x="1337676" y="5262059"/>
                  <a:pt x="1330982" y="5254324"/>
                  <a:pt x="1322662" y="5248146"/>
                </a:cubicBezTo>
                <a:cubicBezTo>
                  <a:pt x="1314343" y="5241969"/>
                  <a:pt x="1304789" y="5237270"/>
                  <a:pt x="1294000" y="5234049"/>
                </a:cubicBezTo>
                <a:cubicBezTo>
                  <a:pt x="1283211" y="5230828"/>
                  <a:pt x="1272028" y="5229218"/>
                  <a:pt x="1260449" y="5229218"/>
                </a:cubicBezTo>
                <a:close/>
                <a:moveTo>
                  <a:pt x="7194800" y="5228562"/>
                </a:moveTo>
                <a:cubicBezTo>
                  <a:pt x="7206062" y="5228562"/>
                  <a:pt x="7216064" y="5230706"/>
                  <a:pt x="7224806" y="5234993"/>
                </a:cubicBezTo>
                <a:cubicBezTo>
                  <a:pt x="7233549" y="5239279"/>
                  <a:pt x="7241090" y="5244922"/>
                  <a:pt x="7247429" y="5251921"/>
                </a:cubicBezTo>
                <a:cubicBezTo>
                  <a:pt x="7253768" y="5258919"/>
                  <a:pt x="7258982" y="5266780"/>
                  <a:pt x="7263070" y="5275504"/>
                </a:cubicBezTo>
                <a:cubicBezTo>
                  <a:pt x="7267158" y="5284228"/>
                  <a:pt x="7270443" y="5293282"/>
                  <a:pt x="7272924" y="5302666"/>
                </a:cubicBezTo>
                <a:cubicBezTo>
                  <a:pt x="7275405" y="5312051"/>
                  <a:pt x="7277186" y="5321524"/>
                  <a:pt x="7278266" y="5331088"/>
                </a:cubicBezTo>
                <a:cubicBezTo>
                  <a:pt x="7279346" y="5340651"/>
                  <a:pt x="7279886" y="5349279"/>
                  <a:pt x="7279886" y="5356972"/>
                </a:cubicBezTo>
                <a:cubicBezTo>
                  <a:pt x="7279886" y="5379033"/>
                  <a:pt x="7277610" y="5399777"/>
                  <a:pt x="7273056" y="5419204"/>
                </a:cubicBezTo>
                <a:cubicBezTo>
                  <a:pt x="7268503" y="5438631"/>
                  <a:pt x="7262290" y="5456405"/>
                  <a:pt x="7254417" y="5472527"/>
                </a:cubicBezTo>
                <a:cubicBezTo>
                  <a:pt x="7246545" y="5488650"/>
                  <a:pt x="7237150" y="5503168"/>
                  <a:pt x="7226235" y="5516082"/>
                </a:cubicBezTo>
                <a:cubicBezTo>
                  <a:pt x="7215319" y="5528997"/>
                  <a:pt x="7203514" y="5539878"/>
                  <a:pt x="7190818" y="5548726"/>
                </a:cubicBezTo>
                <a:cubicBezTo>
                  <a:pt x="7178122" y="5557575"/>
                  <a:pt x="7164752" y="5564365"/>
                  <a:pt x="7150707" y="5569099"/>
                </a:cubicBezTo>
                <a:cubicBezTo>
                  <a:pt x="7136663" y="5573832"/>
                  <a:pt x="7122475" y="5576199"/>
                  <a:pt x="7108143" y="5576199"/>
                </a:cubicBezTo>
                <a:cubicBezTo>
                  <a:pt x="7092802" y="5576199"/>
                  <a:pt x="7077824" y="5573418"/>
                  <a:pt x="7063209" y="5567857"/>
                </a:cubicBezTo>
                <a:cubicBezTo>
                  <a:pt x="7048593" y="5562296"/>
                  <a:pt x="7039865" y="5554062"/>
                  <a:pt x="7037023" y="5543156"/>
                </a:cubicBezTo>
                <a:cubicBezTo>
                  <a:pt x="7036028" y="5573956"/>
                  <a:pt x="7034752" y="5608235"/>
                  <a:pt x="7033195" y="5645992"/>
                </a:cubicBezTo>
                <a:cubicBezTo>
                  <a:pt x="7031638" y="5683749"/>
                  <a:pt x="7030777" y="5727720"/>
                  <a:pt x="7030612" y="5777905"/>
                </a:cubicBezTo>
                <a:lnTo>
                  <a:pt x="6976088" y="5784083"/>
                </a:lnTo>
                <a:lnTo>
                  <a:pt x="6961787" y="5783427"/>
                </a:lnTo>
                <a:cubicBezTo>
                  <a:pt x="6964001" y="5749552"/>
                  <a:pt x="6966059" y="5717579"/>
                  <a:pt x="6967961" y="5687508"/>
                </a:cubicBezTo>
                <a:cubicBezTo>
                  <a:pt x="6969863" y="5657437"/>
                  <a:pt x="6971614" y="5627356"/>
                  <a:pt x="6973212" y="5597267"/>
                </a:cubicBezTo>
                <a:cubicBezTo>
                  <a:pt x="6974811" y="5567179"/>
                  <a:pt x="6976261" y="5537650"/>
                  <a:pt x="6977560" y="5508682"/>
                </a:cubicBezTo>
                <a:cubicBezTo>
                  <a:pt x="6978860" y="5479714"/>
                  <a:pt x="6979950" y="5452355"/>
                  <a:pt x="6980829" y="5426606"/>
                </a:cubicBezTo>
                <a:cubicBezTo>
                  <a:pt x="6981708" y="5400856"/>
                  <a:pt x="6982401" y="5377574"/>
                  <a:pt x="6982908" y="5356759"/>
                </a:cubicBezTo>
                <a:cubicBezTo>
                  <a:pt x="6983415" y="5335944"/>
                  <a:pt x="6983668" y="5318728"/>
                  <a:pt x="6983668" y="5305110"/>
                </a:cubicBezTo>
                <a:cubicBezTo>
                  <a:pt x="6983668" y="5300424"/>
                  <a:pt x="6983421" y="5296317"/>
                  <a:pt x="6982925" y="5292788"/>
                </a:cubicBezTo>
                <a:cubicBezTo>
                  <a:pt x="6982430" y="5289259"/>
                  <a:pt x="6981757" y="5286792"/>
                  <a:pt x="6980906" y="5285388"/>
                </a:cubicBezTo>
                <a:cubicBezTo>
                  <a:pt x="6980054" y="5283983"/>
                  <a:pt x="6978749" y="5282901"/>
                  <a:pt x="6976988" y="5282140"/>
                </a:cubicBezTo>
                <a:cubicBezTo>
                  <a:pt x="6975228" y="5281380"/>
                  <a:pt x="6972410" y="5281000"/>
                  <a:pt x="6968533" y="5281000"/>
                </a:cubicBezTo>
                <a:cubicBezTo>
                  <a:pt x="6963994" y="5281000"/>
                  <a:pt x="6957979" y="5281565"/>
                  <a:pt x="6950487" y="5282697"/>
                </a:cubicBezTo>
                <a:cubicBezTo>
                  <a:pt x="6942996" y="5283828"/>
                  <a:pt x="6930747" y="5285816"/>
                  <a:pt x="6913741" y="5288660"/>
                </a:cubicBezTo>
                <a:lnTo>
                  <a:pt x="6908394" y="5257200"/>
                </a:lnTo>
                <a:cubicBezTo>
                  <a:pt x="6927676" y="5251049"/>
                  <a:pt x="6943765" y="5246233"/>
                  <a:pt x="6956659" y="5242752"/>
                </a:cubicBezTo>
                <a:cubicBezTo>
                  <a:pt x="6969554" y="5239271"/>
                  <a:pt x="6979724" y="5236722"/>
                  <a:pt x="6987170" y="5235106"/>
                </a:cubicBezTo>
                <a:cubicBezTo>
                  <a:pt x="6994616" y="5233490"/>
                  <a:pt x="7000765" y="5232323"/>
                  <a:pt x="7005617" y="5231606"/>
                </a:cubicBezTo>
                <a:cubicBezTo>
                  <a:pt x="7010470" y="5230888"/>
                  <a:pt x="7014155" y="5230529"/>
                  <a:pt x="7016673" y="5230529"/>
                </a:cubicBezTo>
                <a:cubicBezTo>
                  <a:pt x="7021138" y="5230529"/>
                  <a:pt x="7025656" y="5231308"/>
                  <a:pt x="7030228" y="5232866"/>
                </a:cubicBezTo>
                <a:cubicBezTo>
                  <a:pt x="7034800" y="5234425"/>
                  <a:pt x="7038764" y="5237035"/>
                  <a:pt x="7042119" y="5240697"/>
                </a:cubicBezTo>
                <a:cubicBezTo>
                  <a:pt x="7045475" y="5244360"/>
                  <a:pt x="7047975" y="5248979"/>
                  <a:pt x="7049619" y="5254554"/>
                </a:cubicBezTo>
                <a:cubicBezTo>
                  <a:pt x="7051263" y="5260129"/>
                  <a:pt x="7052085" y="5266550"/>
                  <a:pt x="7052085" y="5273817"/>
                </a:cubicBezTo>
                <a:cubicBezTo>
                  <a:pt x="7052085" y="5273492"/>
                  <a:pt x="7051950" y="5277295"/>
                  <a:pt x="7051680" y="5285227"/>
                </a:cubicBezTo>
                <a:cubicBezTo>
                  <a:pt x="7051411" y="5293159"/>
                  <a:pt x="7050986" y="5302745"/>
                  <a:pt x="7050405" y="5313985"/>
                </a:cubicBezTo>
                <a:cubicBezTo>
                  <a:pt x="7049825" y="5325225"/>
                  <a:pt x="7049052" y="5339219"/>
                  <a:pt x="7048086" y="5355967"/>
                </a:cubicBezTo>
                <a:lnTo>
                  <a:pt x="7047086" y="5370138"/>
                </a:lnTo>
                <a:lnTo>
                  <a:pt x="7048225" y="5367591"/>
                </a:lnTo>
                <a:cubicBezTo>
                  <a:pt x="7054084" y="5355810"/>
                  <a:pt x="7060397" y="5344329"/>
                  <a:pt x="7067164" y="5333151"/>
                </a:cubicBezTo>
                <a:cubicBezTo>
                  <a:pt x="7080698" y="5310794"/>
                  <a:pt x="7094484" y="5291959"/>
                  <a:pt x="7108522" y="5276646"/>
                </a:cubicBezTo>
                <a:cubicBezTo>
                  <a:pt x="7122559" y="5261333"/>
                  <a:pt x="7136992" y="5249491"/>
                  <a:pt x="7151820" y="5241119"/>
                </a:cubicBezTo>
                <a:cubicBezTo>
                  <a:pt x="7166648" y="5232748"/>
                  <a:pt x="7180975" y="5228562"/>
                  <a:pt x="7194800" y="5228562"/>
                </a:cubicBezTo>
                <a:close/>
                <a:moveTo>
                  <a:pt x="6823325" y="5228562"/>
                </a:moveTo>
                <a:cubicBezTo>
                  <a:pt x="6834587" y="5228562"/>
                  <a:pt x="6844589" y="5230706"/>
                  <a:pt x="6853331" y="5234993"/>
                </a:cubicBezTo>
                <a:cubicBezTo>
                  <a:pt x="6862074" y="5239279"/>
                  <a:pt x="6869615" y="5244922"/>
                  <a:pt x="6875954" y="5251921"/>
                </a:cubicBezTo>
                <a:cubicBezTo>
                  <a:pt x="6882293" y="5258919"/>
                  <a:pt x="6887507" y="5266780"/>
                  <a:pt x="6891595" y="5275504"/>
                </a:cubicBezTo>
                <a:cubicBezTo>
                  <a:pt x="6895683" y="5284228"/>
                  <a:pt x="6898968" y="5293282"/>
                  <a:pt x="6901449" y="5302666"/>
                </a:cubicBezTo>
                <a:cubicBezTo>
                  <a:pt x="6903930" y="5312051"/>
                  <a:pt x="6905711" y="5321524"/>
                  <a:pt x="6906791" y="5331088"/>
                </a:cubicBezTo>
                <a:cubicBezTo>
                  <a:pt x="6907871" y="5340651"/>
                  <a:pt x="6908411" y="5349279"/>
                  <a:pt x="6908411" y="5356972"/>
                </a:cubicBezTo>
                <a:cubicBezTo>
                  <a:pt x="6908411" y="5379033"/>
                  <a:pt x="6906135" y="5399777"/>
                  <a:pt x="6901581" y="5419204"/>
                </a:cubicBezTo>
                <a:cubicBezTo>
                  <a:pt x="6897028" y="5438631"/>
                  <a:pt x="6890815" y="5456405"/>
                  <a:pt x="6882942" y="5472527"/>
                </a:cubicBezTo>
                <a:cubicBezTo>
                  <a:pt x="6875070" y="5488650"/>
                  <a:pt x="6865675" y="5503168"/>
                  <a:pt x="6854760" y="5516082"/>
                </a:cubicBezTo>
                <a:cubicBezTo>
                  <a:pt x="6843844" y="5528997"/>
                  <a:pt x="6832039" y="5539878"/>
                  <a:pt x="6819343" y="5548726"/>
                </a:cubicBezTo>
                <a:cubicBezTo>
                  <a:pt x="6806647" y="5557575"/>
                  <a:pt x="6793277" y="5564365"/>
                  <a:pt x="6779232" y="5569099"/>
                </a:cubicBezTo>
                <a:cubicBezTo>
                  <a:pt x="6765188" y="5573832"/>
                  <a:pt x="6751000" y="5576199"/>
                  <a:pt x="6736668" y="5576199"/>
                </a:cubicBezTo>
                <a:cubicBezTo>
                  <a:pt x="6721327" y="5576199"/>
                  <a:pt x="6706349" y="5573418"/>
                  <a:pt x="6691734" y="5567857"/>
                </a:cubicBezTo>
                <a:cubicBezTo>
                  <a:pt x="6677118" y="5562296"/>
                  <a:pt x="6668390" y="5554062"/>
                  <a:pt x="6665548" y="5543156"/>
                </a:cubicBezTo>
                <a:cubicBezTo>
                  <a:pt x="6664553" y="5573956"/>
                  <a:pt x="6663277" y="5608235"/>
                  <a:pt x="6661720" y="5645992"/>
                </a:cubicBezTo>
                <a:cubicBezTo>
                  <a:pt x="6660163" y="5683749"/>
                  <a:pt x="6659302" y="5727720"/>
                  <a:pt x="6659137" y="5777905"/>
                </a:cubicBezTo>
                <a:lnTo>
                  <a:pt x="6604613" y="5784083"/>
                </a:lnTo>
                <a:lnTo>
                  <a:pt x="6590312" y="5783427"/>
                </a:lnTo>
                <a:cubicBezTo>
                  <a:pt x="6592526" y="5749552"/>
                  <a:pt x="6594584" y="5717579"/>
                  <a:pt x="6596486" y="5687508"/>
                </a:cubicBezTo>
                <a:cubicBezTo>
                  <a:pt x="6598388" y="5657437"/>
                  <a:pt x="6600139" y="5627356"/>
                  <a:pt x="6601737" y="5597267"/>
                </a:cubicBezTo>
                <a:cubicBezTo>
                  <a:pt x="6603336" y="5567179"/>
                  <a:pt x="6604786" y="5537650"/>
                  <a:pt x="6606085" y="5508682"/>
                </a:cubicBezTo>
                <a:cubicBezTo>
                  <a:pt x="6607385" y="5479714"/>
                  <a:pt x="6608475" y="5452355"/>
                  <a:pt x="6609354" y="5426606"/>
                </a:cubicBezTo>
                <a:cubicBezTo>
                  <a:pt x="6610233" y="5400856"/>
                  <a:pt x="6610926" y="5377574"/>
                  <a:pt x="6611433" y="5356759"/>
                </a:cubicBezTo>
                <a:cubicBezTo>
                  <a:pt x="6611940" y="5335944"/>
                  <a:pt x="6612193" y="5318728"/>
                  <a:pt x="6612193" y="5305110"/>
                </a:cubicBezTo>
                <a:cubicBezTo>
                  <a:pt x="6612193" y="5300424"/>
                  <a:pt x="6611946" y="5296317"/>
                  <a:pt x="6611450" y="5292788"/>
                </a:cubicBezTo>
                <a:cubicBezTo>
                  <a:pt x="6610955" y="5289259"/>
                  <a:pt x="6610282" y="5286792"/>
                  <a:pt x="6609431" y="5285388"/>
                </a:cubicBezTo>
                <a:cubicBezTo>
                  <a:pt x="6608579" y="5283983"/>
                  <a:pt x="6607274" y="5282901"/>
                  <a:pt x="6605513" y="5282140"/>
                </a:cubicBezTo>
                <a:cubicBezTo>
                  <a:pt x="6603753" y="5281380"/>
                  <a:pt x="6600935" y="5281000"/>
                  <a:pt x="6597058" y="5281000"/>
                </a:cubicBezTo>
                <a:cubicBezTo>
                  <a:pt x="6592519" y="5281000"/>
                  <a:pt x="6586504" y="5281565"/>
                  <a:pt x="6579012" y="5282697"/>
                </a:cubicBezTo>
                <a:cubicBezTo>
                  <a:pt x="6571521" y="5283828"/>
                  <a:pt x="6559272" y="5285816"/>
                  <a:pt x="6542266" y="5288660"/>
                </a:cubicBezTo>
                <a:lnTo>
                  <a:pt x="6536919" y="5257200"/>
                </a:lnTo>
                <a:cubicBezTo>
                  <a:pt x="6556201" y="5251049"/>
                  <a:pt x="6572290" y="5246233"/>
                  <a:pt x="6585184" y="5242752"/>
                </a:cubicBezTo>
                <a:cubicBezTo>
                  <a:pt x="6598079" y="5239271"/>
                  <a:pt x="6608249" y="5236722"/>
                  <a:pt x="6615695" y="5235106"/>
                </a:cubicBezTo>
                <a:cubicBezTo>
                  <a:pt x="6623141" y="5233490"/>
                  <a:pt x="6629290" y="5232323"/>
                  <a:pt x="6634142" y="5231606"/>
                </a:cubicBezTo>
                <a:cubicBezTo>
                  <a:pt x="6638995" y="5230888"/>
                  <a:pt x="6642680" y="5230529"/>
                  <a:pt x="6645198" y="5230529"/>
                </a:cubicBezTo>
                <a:cubicBezTo>
                  <a:pt x="6649663" y="5230529"/>
                  <a:pt x="6654181" y="5231308"/>
                  <a:pt x="6658753" y="5232866"/>
                </a:cubicBezTo>
                <a:cubicBezTo>
                  <a:pt x="6663325" y="5234425"/>
                  <a:pt x="6667289" y="5237035"/>
                  <a:pt x="6670644" y="5240697"/>
                </a:cubicBezTo>
                <a:cubicBezTo>
                  <a:pt x="6674000" y="5244360"/>
                  <a:pt x="6676500" y="5248979"/>
                  <a:pt x="6678144" y="5254554"/>
                </a:cubicBezTo>
                <a:cubicBezTo>
                  <a:pt x="6679788" y="5260129"/>
                  <a:pt x="6680610" y="5266550"/>
                  <a:pt x="6680610" y="5273817"/>
                </a:cubicBezTo>
                <a:cubicBezTo>
                  <a:pt x="6680610" y="5273492"/>
                  <a:pt x="6680475" y="5277295"/>
                  <a:pt x="6680205" y="5285227"/>
                </a:cubicBezTo>
                <a:cubicBezTo>
                  <a:pt x="6679936" y="5293159"/>
                  <a:pt x="6679511" y="5302745"/>
                  <a:pt x="6678930" y="5313985"/>
                </a:cubicBezTo>
                <a:cubicBezTo>
                  <a:pt x="6678350" y="5325225"/>
                  <a:pt x="6677577" y="5339219"/>
                  <a:pt x="6676611" y="5355967"/>
                </a:cubicBezTo>
                <a:lnTo>
                  <a:pt x="6675611" y="5370138"/>
                </a:lnTo>
                <a:lnTo>
                  <a:pt x="6676750" y="5367591"/>
                </a:lnTo>
                <a:cubicBezTo>
                  <a:pt x="6682609" y="5355810"/>
                  <a:pt x="6688922" y="5344329"/>
                  <a:pt x="6695689" y="5333151"/>
                </a:cubicBezTo>
                <a:cubicBezTo>
                  <a:pt x="6709223" y="5310794"/>
                  <a:pt x="6723009" y="5291959"/>
                  <a:pt x="6737047" y="5276646"/>
                </a:cubicBezTo>
                <a:cubicBezTo>
                  <a:pt x="6751084" y="5261333"/>
                  <a:pt x="6765517" y="5249491"/>
                  <a:pt x="6780345" y="5241119"/>
                </a:cubicBezTo>
                <a:cubicBezTo>
                  <a:pt x="6795173" y="5232748"/>
                  <a:pt x="6809500" y="5228562"/>
                  <a:pt x="6823325" y="5228562"/>
                </a:cubicBezTo>
                <a:close/>
                <a:moveTo>
                  <a:pt x="5248581" y="5228562"/>
                </a:moveTo>
                <a:cubicBezTo>
                  <a:pt x="5268757" y="5228562"/>
                  <a:pt x="5286683" y="5232859"/>
                  <a:pt x="5302360" y="5241453"/>
                </a:cubicBezTo>
                <a:cubicBezTo>
                  <a:pt x="5318037" y="5250046"/>
                  <a:pt x="5331110" y="5261258"/>
                  <a:pt x="5341581" y="5275087"/>
                </a:cubicBezTo>
                <a:cubicBezTo>
                  <a:pt x="5352051" y="5288917"/>
                  <a:pt x="5359951" y="5304560"/>
                  <a:pt x="5365281" y="5322017"/>
                </a:cubicBezTo>
                <a:cubicBezTo>
                  <a:pt x="5370611" y="5339474"/>
                  <a:pt x="5373276" y="5357180"/>
                  <a:pt x="5373276" y="5375135"/>
                </a:cubicBezTo>
                <a:cubicBezTo>
                  <a:pt x="5373276" y="5390164"/>
                  <a:pt x="5371663" y="5405665"/>
                  <a:pt x="5368438" y="5421639"/>
                </a:cubicBezTo>
                <a:cubicBezTo>
                  <a:pt x="5365212" y="5437612"/>
                  <a:pt x="5360446" y="5453007"/>
                  <a:pt x="5354140" y="5467824"/>
                </a:cubicBezTo>
                <a:cubicBezTo>
                  <a:pt x="5347833" y="5482640"/>
                  <a:pt x="5340058" y="5496579"/>
                  <a:pt x="5330814" y="5509640"/>
                </a:cubicBezTo>
                <a:cubicBezTo>
                  <a:pt x="5321571" y="5522701"/>
                  <a:pt x="5310856" y="5534167"/>
                  <a:pt x="5298671" y="5544040"/>
                </a:cubicBezTo>
                <a:cubicBezTo>
                  <a:pt x="5286486" y="5553913"/>
                  <a:pt x="5272812" y="5561741"/>
                  <a:pt x="5257650" y="5567524"/>
                </a:cubicBezTo>
                <a:cubicBezTo>
                  <a:pt x="5242488" y="5573307"/>
                  <a:pt x="5226044" y="5576199"/>
                  <a:pt x="5208317" y="5576199"/>
                </a:cubicBezTo>
                <a:cubicBezTo>
                  <a:pt x="5187905" y="5576199"/>
                  <a:pt x="5169906" y="5571927"/>
                  <a:pt x="5154322" y="5563382"/>
                </a:cubicBezTo>
                <a:cubicBezTo>
                  <a:pt x="5138738" y="5554837"/>
                  <a:pt x="5125742" y="5543638"/>
                  <a:pt x="5115332" y="5529786"/>
                </a:cubicBezTo>
                <a:cubicBezTo>
                  <a:pt x="5104922" y="5515933"/>
                  <a:pt x="5097071" y="5500340"/>
                  <a:pt x="5091780" y="5483006"/>
                </a:cubicBezTo>
                <a:cubicBezTo>
                  <a:pt x="5086488" y="5465672"/>
                  <a:pt x="5083842" y="5447805"/>
                  <a:pt x="5083842" y="5429403"/>
                </a:cubicBezTo>
                <a:cubicBezTo>
                  <a:pt x="5083842" y="5414025"/>
                  <a:pt x="5085418" y="5398531"/>
                  <a:pt x="5088571" y="5382922"/>
                </a:cubicBezTo>
                <a:cubicBezTo>
                  <a:pt x="5091723" y="5367312"/>
                  <a:pt x="5096444" y="5352027"/>
                  <a:pt x="5102736" y="5337067"/>
                </a:cubicBezTo>
                <a:cubicBezTo>
                  <a:pt x="5109027" y="5322106"/>
                  <a:pt x="5116766" y="5308134"/>
                  <a:pt x="5125951" y="5295151"/>
                </a:cubicBezTo>
                <a:cubicBezTo>
                  <a:pt x="5135137" y="5282168"/>
                  <a:pt x="5145822" y="5270741"/>
                  <a:pt x="5158006" y="5260871"/>
                </a:cubicBezTo>
                <a:cubicBezTo>
                  <a:pt x="5170190" y="5251001"/>
                  <a:pt x="5183930" y="5243148"/>
                  <a:pt x="5199227" y="5237314"/>
                </a:cubicBezTo>
                <a:cubicBezTo>
                  <a:pt x="5214524" y="5231479"/>
                  <a:pt x="5230975" y="5228562"/>
                  <a:pt x="5248581" y="5228562"/>
                </a:cubicBezTo>
                <a:close/>
                <a:moveTo>
                  <a:pt x="4924731" y="5228562"/>
                </a:moveTo>
                <a:cubicBezTo>
                  <a:pt x="4944907" y="5228562"/>
                  <a:pt x="4962833" y="5232859"/>
                  <a:pt x="4978510" y="5241453"/>
                </a:cubicBezTo>
                <a:cubicBezTo>
                  <a:pt x="4994187" y="5250046"/>
                  <a:pt x="5007261" y="5261258"/>
                  <a:pt x="5017731" y="5275087"/>
                </a:cubicBezTo>
                <a:cubicBezTo>
                  <a:pt x="5028201" y="5288917"/>
                  <a:pt x="5036101" y="5304560"/>
                  <a:pt x="5041431" y="5322017"/>
                </a:cubicBezTo>
                <a:cubicBezTo>
                  <a:pt x="5046761" y="5339474"/>
                  <a:pt x="5049426" y="5357180"/>
                  <a:pt x="5049426" y="5375135"/>
                </a:cubicBezTo>
                <a:cubicBezTo>
                  <a:pt x="5049426" y="5390164"/>
                  <a:pt x="5047813" y="5405665"/>
                  <a:pt x="5044588" y="5421639"/>
                </a:cubicBezTo>
                <a:cubicBezTo>
                  <a:pt x="5041363" y="5437612"/>
                  <a:pt x="5036597" y="5453007"/>
                  <a:pt x="5030290" y="5467824"/>
                </a:cubicBezTo>
                <a:cubicBezTo>
                  <a:pt x="5023983" y="5482640"/>
                  <a:pt x="5016208" y="5496579"/>
                  <a:pt x="5006965" y="5509640"/>
                </a:cubicBezTo>
                <a:cubicBezTo>
                  <a:pt x="4997721" y="5522701"/>
                  <a:pt x="4987007" y="5534167"/>
                  <a:pt x="4974821" y="5544040"/>
                </a:cubicBezTo>
                <a:cubicBezTo>
                  <a:pt x="4962636" y="5553913"/>
                  <a:pt x="4948962" y="5561741"/>
                  <a:pt x="4933801" y="5567524"/>
                </a:cubicBezTo>
                <a:cubicBezTo>
                  <a:pt x="4918639" y="5573307"/>
                  <a:pt x="4902194" y="5576199"/>
                  <a:pt x="4884468" y="5576199"/>
                </a:cubicBezTo>
                <a:cubicBezTo>
                  <a:pt x="4864055" y="5576199"/>
                  <a:pt x="4846057" y="5571927"/>
                  <a:pt x="4830473" y="5563382"/>
                </a:cubicBezTo>
                <a:cubicBezTo>
                  <a:pt x="4814889" y="5554837"/>
                  <a:pt x="4801892" y="5543638"/>
                  <a:pt x="4791482" y="5529786"/>
                </a:cubicBezTo>
                <a:cubicBezTo>
                  <a:pt x="4781072" y="5515933"/>
                  <a:pt x="4773221" y="5500340"/>
                  <a:pt x="4767930" y="5483006"/>
                </a:cubicBezTo>
                <a:cubicBezTo>
                  <a:pt x="4762638" y="5465672"/>
                  <a:pt x="4759993" y="5447805"/>
                  <a:pt x="4759993" y="5429403"/>
                </a:cubicBezTo>
                <a:cubicBezTo>
                  <a:pt x="4759993" y="5414025"/>
                  <a:pt x="4761569" y="5398531"/>
                  <a:pt x="4764721" y="5382922"/>
                </a:cubicBezTo>
                <a:cubicBezTo>
                  <a:pt x="4767873" y="5367312"/>
                  <a:pt x="4772595" y="5352027"/>
                  <a:pt x="4778886" y="5337067"/>
                </a:cubicBezTo>
                <a:cubicBezTo>
                  <a:pt x="4785178" y="5322106"/>
                  <a:pt x="4792916" y="5308134"/>
                  <a:pt x="4802102" y="5295151"/>
                </a:cubicBezTo>
                <a:cubicBezTo>
                  <a:pt x="4811287" y="5282168"/>
                  <a:pt x="4821972" y="5270741"/>
                  <a:pt x="4834156" y="5260871"/>
                </a:cubicBezTo>
                <a:cubicBezTo>
                  <a:pt x="4846340" y="5251001"/>
                  <a:pt x="4860081" y="5243148"/>
                  <a:pt x="4875377" y="5237314"/>
                </a:cubicBezTo>
                <a:cubicBezTo>
                  <a:pt x="4890674" y="5231479"/>
                  <a:pt x="4907126" y="5228562"/>
                  <a:pt x="4924731" y="5228562"/>
                </a:cubicBezTo>
                <a:close/>
                <a:moveTo>
                  <a:pt x="2848281" y="5228562"/>
                </a:moveTo>
                <a:cubicBezTo>
                  <a:pt x="2830675" y="5228562"/>
                  <a:pt x="2814225" y="5231479"/>
                  <a:pt x="2798928" y="5237314"/>
                </a:cubicBezTo>
                <a:cubicBezTo>
                  <a:pt x="2783631" y="5243148"/>
                  <a:pt x="2769891" y="5251001"/>
                  <a:pt x="2757706" y="5260871"/>
                </a:cubicBezTo>
                <a:cubicBezTo>
                  <a:pt x="2745522" y="5270741"/>
                  <a:pt x="2734837" y="5282168"/>
                  <a:pt x="2725652" y="5295151"/>
                </a:cubicBezTo>
                <a:cubicBezTo>
                  <a:pt x="2716467" y="5308134"/>
                  <a:pt x="2708728" y="5322106"/>
                  <a:pt x="2702436" y="5337067"/>
                </a:cubicBezTo>
                <a:cubicBezTo>
                  <a:pt x="2696145" y="5352027"/>
                  <a:pt x="2691423" y="5367312"/>
                  <a:pt x="2688271" y="5382922"/>
                </a:cubicBezTo>
                <a:cubicBezTo>
                  <a:pt x="2685119" y="5398531"/>
                  <a:pt x="2683543" y="5414025"/>
                  <a:pt x="2683543" y="5429403"/>
                </a:cubicBezTo>
                <a:cubicBezTo>
                  <a:pt x="2683543" y="5447805"/>
                  <a:pt x="2686189" y="5465672"/>
                  <a:pt x="2691480" y="5483006"/>
                </a:cubicBezTo>
                <a:cubicBezTo>
                  <a:pt x="2696772" y="5500340"/>
                  <a:pt x="2704622" y="5515933"/>
                  <a:pt x="2715032" y="5529786"/>
                </a:cubicBezTo>
                <a:cubicBezTo>
                  <a:pt x="2725442" y="5543638"/>
                  <a:pt x="2738439" y="5554837"/>
                  <a:pt x="2754023" y="5563382"/>
                </a:cubicBezTo>
                <a:cubicBezTo>
                  <a:pt x="2769606" y="5571927"/>
                  <a:pt x="2787605" y="5576199"/>
                  <a:pt x="2808018" y="5576199"/>
                </a:cubicBezTo>
                <a:cubicBezTo>
                  <a:pt x="2825745" y="5576199"/>
                  <a:pt x="2842189" y="5573307"/>
                  <a:pt x="2857351" y="5567524"/>
                </a:cubicBezTo>
                <a:cubicBezTo>
                  <a:pt x="2872513" y="5561741"/>
                  <a:pt x="2886186" y="5553913"/>
                  <a:pt x="2898372" y="5544040"/>
                </a:cubicBezTo>
                <a:cubicBezTo>
                  <a:pt x="2910557" y="5534167"/>
                  <a:pt x="2921271" y="5522701"/>
                  <a:pt x="2930515" y="5509640"/>
                </a:cubicBezTo>
                <a:cubicBezTo>
                  <a:pt x="2939759" y="5496579"/>
                  <a:pt x="2947534" y="5482640"/>
                  <a:pt x="2953840" y="5467824"/>
                </a:cubicBezTo>
                <a:cubicBezTo>
                  <a:pt x="2960147" y="5453007"/>
                  <a:pt x="2964913" y="5437612"/>
                  <a:pt x="2968138" y="5421639"/>
                </a:cubicBezTo>
                <a:cubicBezTo>
                  <a:pt x="2971364" y="5405665"/>
                  <a:pt x="2972976" y="5390164"/>
                  <a:pt x="2972976" y="5375135"/>
                </a:cubicBezTo>
                <a:cubicBezTo>
                  <a:pt x="2972976" y="5357180"/>
                  <a:pt x="2970311" y="5339474"/>
                  <a:pt x="2964981" y="5322017"/>
                </a:cubicBezTo>
                <a:cubicBezTo>
                  <a:pt x="2959652" y="5304560"/>
                  <a:pt x="2951751" y="5288917"/>
                  <a:pt x="2941281" y="5275087"/>
                </a:cubicBezTo>
                <a:cubicBezTo>
                  <a:pt x="2930811" y="5261258"/>
                  <a:pt x="2917737" y="5250046"/>
                  <a:pt x="2902060" y="5241453"/>
                </a:cubicBezTo>
                <a:cubicBezTo>
                  <a:pt x="2886384" y="5232859"/>
                  <a:pt x="2868457" y="5228562"/>
                  <a:pt x="2848281" y="5228562"/>
                </a:cubicBezTo>
                <a:close/>
                <a:moveTo>
                  <a:pt x="2555323" y="5228562"/>
                </a:moveTo>
                <a:cubicBezTo>
                  <a:pt x="2545668" y="5228562"/>
                  <a:pt x="2535897" y="5229429"/>
                  <a:pt x="2526012" y="5231164"/>
                </a:cubicBezTo>
                <a:cubicBezTo>
                  <a:pt x="2516126" y="5232899"/>
                  <a:pt x="2506262" y="5235631"/>
                  <a:pt x="2496420" y="5239361"/>
                </a:cubicBezTo>
                <a:cubicBezTo>
                  <a:pt x="2486578" y="5243091"/>
                  <a:pt x="2477372" y="5247708"/>
                  <a:pt x="2468805" y="5253211"/>
                </a:cubicBezTo>
                <a:cubicBezTo>
                  <a:pt x="2460236" y="5258715"/>
                  <a:pt x="2452595" y="5265227"/>
                  <a:pt x="2445882" y="5272748"/>
                </a:cubicBezTo>
                <a:cubicBezTo>
                  <a:pt x="2439169" y="5280270"/>
                  <a:pt x="2433890" y="5288675"/>
                  <a:pt x="2430047" y="5297963"/>
                </a:cubicBezTo>
                <a:cubicBezTo>
                  <a:pt x="2426204" y="5307250"/>
                  <a:pt x="2424283" y="5317583"/>
                  <a:pt x="2424283" y="5328962"/>
                </a:cubicBezTo>
                <a:cubicBezTo>
                  <a:pt x="2424283" y="5339584"/>
                  <a:pt x="2425765" y="5349101"/>
                  <a:pt x="2428729" y="5357512"/>
                </a:cubicBezTo>
                <a:cubicBezTo>
                  <a:pt x="2431693" y="5365923"/>
                  <a:pt x="2435863" y="5373644"/>
                  <a:pt x="2441239" y="5380674"/>
                </a:cubicBezTo>
                <a:cubicBezTo>
                  <a:pt x="2446616" y="5387704"/>
                  <a:pt x="2452597" y="5393869"/>
                  <a:pt x="2459184" y="5399170"/>
                </a:cubicBezTo>
                <a:cubicBezTo>
                  <a:pt x="2465770" y="5404471"/>
                  <a:pt x="2472998" y="5409481"/>
                  <a:pt x="2480865" y="5414202"/>
                </a:cubicBezTo>
                <a:cubicBezTo>
                  <a:pt x="2488732" y="5418923"/>
                  <a:pt x="2496569" y="5423143"/>
                  <a:pt x="2504377" y="5426864"/>
                </a:cubicBezTo>
                <a:cubicBezTo>
                  <a:pt x="2512184" y="5430585"/>
                  <a:pt x="2519953" y="5434268"/>
                  <a:pt x="2527682" y="5437914"/>
                </a:cubicBezTo>
                <a:cubicBezTo>
                  <a:pt x="2534108" y="5441021"/>
                  <a:pt x="2541789" y="5444829"/>
                  <a:pt x="2550726" y="5449336"/>
                </a:cubicBezTo>
                <a:cubicBezTo>
                  <a:pt x="2559662" y="5453844"/>
                  <a:pt x="2566866" y="5458247"/>
                  <a:pt x="2572336" y="5462546"/>
                </a:cubicBezTo>
                <a:cubicBezTo>
                  <a:pt x="2577807" y="5466845"/>
                  <a:pt x="2581998" y="5471323"/>
                  <a:pt x="2584909" y="5475982"/>
                </a:cubicBezTo>
                <a:cubicBezTo>
                  <a:pt x="2587821" y="5480641"/>
                  <a:pt x="2589276" y="5485903"/>
                  <a:pt x="2589276" y="5491768"/>
                </a:cubicBezTo>
                <a:cubicBezTo>
                  <a:pt x="2589276" y="5497656"/>
                  <a:pt x="2587906" y="5502991"/>
                  <a:pt x="2585166" y="5507774"/>
                </a:cubicBezTo>
                <a:cubicBezTo>
                  <a:pt x="2582425" y="5512556"/>
                  <a:pt x="2578721" y="5516622"/>
                  <a:pt x="2574053" y="5519973"/>
                </a:cubicBezTo>
                <a:cubicBezTo>
                  <a:pt x="2569384" y="5523324"/>
                  <a:pt x="2563786" y="5525960"/>
                  <a:pt x="2557257" y="5527881"/>
                </a:cubicBezTo>
                <a:cubicBezTo>
                  <a:pt x="2550728" y="5529802"/>
                  <a:pt x="2543883" y="5530762"/>
                  <a:pt x="2536721" y="5530762"/>
                </a:cubicBezTo>
                <a:cubicBezTo>
                  <a:pt x="2528758" y="5530762"/>
                  <a:pt x="2520988" y="5529680"/>
                  <a:pt x="2513409" y="5527515"/>
                </a:cubicBezTo>
                <a:cubicBezTo>
                  <a:pt x="2505830" y="5525350"/>
                  <a:pt x="2498878" y="5522008"/>
                  <a:pt x="2492551" y="5517488"/>
                </a:cubicBezTo>
                <a:cubicBezTo>
                  <a:pt x="2486225" y="5512969"/>
                  <a:pt x="2480965" y="5507266"/>
                  <a:pt x="2476769" y="5500380"/>
                </a:cubicBezTo>
                <a:cubicBezTo>
                  <a:pt x="2472575" y="5493495"/>
                  <a:pt x="2469918" y="5483990"/>
                  <a:pt x="2468802" y="5471865"/>
                </a:cubicBezTo>
                <a:lnTo>
                  <a:pt x="2461872" y="5465802"/>
                </a:lnTo>
                <a:cubicBezTo>
                  <a:pt x="2453156" y="5466049"/>
                  <a:pt x="2446031" y="5466875"/>
                  <a:pt x="2440496" y="5468281"/>
                </a:cubicBezTo>
                <a:cubicBezTo>
                  <a:pt x="2434962" y="5469686"/>
                  <a:pt x="2429745" y="5471931"/>
                  <a:pt x="2424847" y="5475014"/>
                </a:cubicBezTo>
                <a:cubicBezTo>
                  <a:pt x="2419948" y="5478098"/>
                  <a:pt x="2415894" y="5482266"/>
                  <a:pt x="2412685" y="5487520"/>
                </a:cubicBezTo>
                <a:cubicBezTo>
                  <a:pt x="2409476" y="5492773"/>
                  <a:pt x="2407871" y="5499076"/>
                  <a:pt x="2407871" y="5506429"/>
                </a:cubicBezTo>
                <a:cubicBezTo>
                  <a:pt x="2407871" y="5514728"/>
                  <a:pt x="2409659" y="5522149"/>
                  <a:pt x="2413234" y="5528690"/>
                </a:cubicBezTo>
                <a:cubicBezTo>
                  <a:pt x="2416810" y="5535232"/>
                  <a:pt x="2421586" y="5541070"/>
                  <a:pt x="2427564" y="5546206"/>
                </a:cubicBezTo>
                <a:cubicBezTo>
                  <a:pt x="2433541" y="5551342"/>
                  <a:pt x="2440258" y="5555754"/>
                  <a:pt x="2447713" y="5559444"/>
                </a:cubicBezTo>
                <a:cubicBezTo>
                  <a:pt x="2455168" y="5563133"/>
                  <a:pt x="2462967" y="5566206"/>
                  <a:pt x="2471108" y="5568663"/>
                </a:cubicBezTo>
                <a:cubicBezTo>
                  <a:pt x="2479249" y="5571120"/>
                  <a:pt x="2487592" y="5572953"/>
                  <a:pt x="2496137" y="5574164"/>
                </a:cubicBezTo>
                <a:cubicBezTo>
                  <a:pt x="2504682" y="5575374"/>
                  <a:pt x="2513250" y="5575979"/>
                  <a:pt x="2521840" y="5575979"/>
                </a:cubicBezTo>
                <a:cubicBezTo>
                  <a:pt x="2538269" y="5575979"/>
                  <a:pt x="2554077" y="5573782"/>
                  <a:pt x="2569265" y="5569387"/>
                </a:cubicBezTo>
                <a:cubicBezTo>
                  <a:pt x="2584452" y="5564992"/>
                  <a:pt x="2598091" y="5558420"/>
                  <a:pt x="2610179" y="5549672"/>
                </a:cubicBezTo>
                <a:cubicBezTo>
                  <a:pt x="2622268" y="5540923"/>
                  <a:pt x="2632006" y="5530055"/>
                  <a:pt x="2639393" y="5517066"/>
                </a:cubicBezTo>
                <a:cubicBezTo>
                  <a:pt x="2646779" y="5504077"/>
                  <a:pt x="2650473" y="5489299"/>
                  <a:pt x="2650473" y="5472730"/>
                </a:cubicBezTo>
                <a:cubicBezTo>
                  <a:pt x="2650473" y="5458793"/>
                  <a:pt x="2647462" y="5446588"/>
                  <a:pt x="2641442" y="5436113"/>
                </a:cubicBezTo>
                <a:cubicBezTo>
                  <a:pt x="2635421" y="5425638"/>
                  <a:pt x="2627796" y="5416567"/>
                  <a:pt x="2618565" y="5408900"/>
                </a:cubicBezTo>
                <a:cubicBezTo>
                  <a:pt x="2609334" y="5401233"/>
                  <a:pt x="2599059" y="5394494"/>
                  <a:pt x="2587740" y="5388683"/>
                </a:cubicBezTo>
                <a:cubicBezTo>
                  <a:pt x="2576421" y="5382871"/>
                  <a:pt x="2565151" y="5377309"/>
                  <a:pt x="2553931" y="5371995"/>
                </a:cubicBezTo>
                <a:cubicBezTo>
                  <a:pt x="2544122" y="5367379"/>
                  <a:pt x="2534775" y="5362796"/>
                  <a:pt x="2525888" y="5358247"/>
                </a:cubicBezTo>
                <a:cubicBezTo>
                  <a:pt x="2517002" y="5353697"/>
                  <a:pt x="2509429" y="5349043"/>
                  <a:pt x="2503171" y="5344285"/>
                </a:cubicBezTo>
                <a:cubicBezTo>
                  <a:pt x="2496914" y="5339527"/>
                  <a:pt x="2492035" y="5334524"/>
                  <a:pt x="2488537" y="5329276"/>
                </a:cubicBezTo>
                <a:cubicBezTo>
                  <a:pt x="2485038" y="5324027"/>
                  <a:pt x="2483289" y="5318232"/>
                  <a:pt x="2483289" y="5311891"/>
                </a:cubicBezTo>
                <a:cubicBezTo>
                  <a:pt x="2483289" y="5306989"/>
                  <a:pt x="2484448" y="5302276"/>
                  <a:pt x="2486767" y="5297751"/>
                </a:cubicBezTo>
                <a:cubicBezTo>
                  <a:pt x="2489085" y="5293227"/>
                  <a:pt x="2492607" y="5289033"/>
                  <a:pt x="2497332" y="5285170"/>
                </a:cubicBezTo>
                <a:cubicBezTo>
                  <a:pt x="2502057" y="5281306"/>
                  <a:pt x="2508027" y="5278150"/>
                  <a:pt x="2515242" y="5275701"/>
                </a:cubicBezTo>
                <a:cubicBezTo>
                  <a:pt x="2522457" y="5273252"/>
                  <a:pt x="2530710" y="5272028"/>
                  <a:pt x="2540003" y="5272028"/>
                </a:cubicBezTo>
                <a:cubicBezTo>
                  <a:pt x="2544949" y="5272028"/>
                  <a:pt x="2550070" y="5272602"/>
                  <a:pt x="2555366" y="5273751"/>
                </a:cubicBezTo>
                <a:cubicBezTo>
                  <a:pt x="2560663" y="5274900"/>
                  <a:pt x="2565313" y="5276652"/>
                  <a:pt x="2569316" y="5279006"/>
                </a:cubicBezTo>
                <a:cubicBezTo>
                  <a:pt x="2573319" y="5281361"/>
                  <a:pt x="2576527" y="5284228"/>
                  <a:pt x="2578941" y="5287608"/>
                </a:cubicBezTo>
                <a:cubicBezTo>
                  <a:pt x="2581355" y="5290988"/>
                  <a:pt x="2582612" y="5295021"/>
                  <a:pt x="2582712" y="5299707"/>
                </a:cubicBezTo>
                <a:cubicBezTo>
                  <a:pt x="2582712" y="5302095"/>
                  <a:pt x="2582326" y="5305026"/>
                  <a:pt x="2581554" y="5308500"/>
                </a:cubicBezTo>
                <a:cubicBezTo>
                  <a:pt x="2580782" y="5311974"/>
                  <a:pt x="2579271" y="5316770"/>
                  <a:pt x="2577022" y="5322885"/>
                </a:cubicBezTo>
                <a:lnTo>
                  <a:pt x="2579398" y="5332956"/>
                </a:lnTo>
                <a:cubicBezTo>
                  <a:pt x="2590023" y="5335956"/>
                  <a:pt x="2598972" y="5337455"/>
                  <a:pt x="2606246" y="5337455"/>
                </a:cubicBezTo>
                <a:cubicBezTo>
                  <a:pt x="2614241" y="5337279"/>
                  <a:pt x="2621097" y="5335715"/>
                  <a:pt x="2626815" y="5332764"/>
                </a:cubicBezTo>
                <a:cubicBezTo>
                  <a:pt x="2632531" y="5329813"/>
                  <a:pt x="2637170" y="5326136"/>
                  <a:pt x="2640729" y="5321734"/>
                </a:cubicBezTo>
                <a:cubicBezTo>
                  <a:pt x="2644288" y="5317332"/>
                  <a:pt x="2646802" y="5312651"/>
                  <a:pt x="2648270" y="5307691"/>
                </a:cubicBezTo>
                <a:cubicBezTo>
                  <a:pt x="2649738" y="5302731"/>
                  <a:pt x="2650473" y="5298150"/>
                  <a:pt x="2650473" y="5293948"/>
                </a:cubicBezTo>
                <a:cubicBezTo>
                  <a:pt x="2650473" y="5283537"/>
                  <a:pt x="2647754" y="5274188"/>
                  <a:pt x="2642316" y="5265901"/>
                </a:cubicBezTo>
                <a:cubicBezTo>
                  <a:pt x="2636878" y="5257614"/>
                  <a:pt x="2629728" y="5250696"/>
                  <a:pt x="2620865" y="5245145"/>
                </a:cubicBezTo>
                <a:cubicBezTo>
                  <a:pt x="2612003" y="5239594"/>
                  <a:pt x="2601948" y="5235442"/>
                  <a:pt x="2590702" y="5232690"/>
                </a:cubicBezTo>
                <a:cubicBezTo>
                  <a:pt x="2579454" y="5229938"/>
                  <a:pt x="2567661" y="5228562"/>
                  <a:pt x="2555323" y="5228562"/>
                </a:cubicBezTo>
                <a:close/>
                <a:moveTo>
                  <a:pt x="2288623" y="5228562"/>
                </a:moveTo>
                <a:cubicBezTo>
                  <a:pt x="2278967" y="5228562"/>
                  <a:pt x="2269197" y="5229429"/>
                  <a:pt x="2259312" y="5231164"/>
                </a:cubicBezTo>
                <a:cubicBezTo>
                  <a:pt x="2249427" y="5232899"/>
                  <a:pt x="2239562" y="5235631"/>
                  <a:pt x="2229720" y="5239361"/>
                </a:cubicBezTo>
                <a:cubicBezTo>
                  <a:pt x="2219878" y="5243091"/>
                  <a:pt x="2210673" y="5247708"/>
                  <a:pt x="2202104" y="5253211"/>
                </a:cubicBezTo>
                <a:cubicBezTo>
                  <a:pt x="2193536" y="5258715"/>
                  <a:pt x="2185896" y="5265227"/>
                  <a:pt x="2179182" y="5272748"/>
                </a:cubicBezTo>
                <a:cubicBezTo>
                  <a:pt x="2172468" y="5280270"/>
                  <a:pt x="2167190" y="5288675"/>
                  <a:pt x="2163347" y="5297963"/>
                </a:cubicBezTo>
                <a:cubicBezTo>
                  <a:pt x="2159505" y="5307250"/>
                  <a:pt x="2157583" y="5317583"/>
                  <a:pt x="2157583" y="5328962"/>
                </a:cubicBezTo>
                <a:cubicBezTo>
                  <a:pt x="2157583" y="5339584"/>
                  <a:pt x="2159065" y="5349101"/>
                  <a:pt x="2162029" y="5357512"/>
                </a:cubicBezTo>
                <a:cubicBezTo>
                  <a:pt x="2164992" y="5365923"/>
                  <a:pt x="2169163" y="5373644"/>
                  <a:pt x="2174539" y="5380674"/>
                </a:cubicBezTo>
                <a:cubicBezTo>
                  <a:pt x="2179915" y="5387704"/>
                  <a:pt x="2185897" y="5393869"/>
                  <a:pt x="2192484" y="5399170"/>
                </a:cubicBezTo>
                <a:cubicBezTo>
                  <a:pt x="2199071" y="5404471"/>
                  <a:pt x="2206297" y="5409481"/>
                  <a:pt x="2214164" y="5414202"/>
                </a:cubicBezTo>
                <a:cubicBezTo>
                  <a:pt x="2222032" y="5418923"/>
                  <a:pt x="2229869" y="5423143"/>
                  <a:pt x="2237677" y="5426864"/>
                </a:cubicBezTo>
                <a:cubicBezTo>
                  <a:pt x="2245484" y="5430585"/>
                  <a:pt x="2253253" y="5434268"/>
                  <a:pt x="2260983" y="5437914"/>
                </a:cubicBezTo>
                <a:cubicBezTo>
                  <a:pt x="2267408" y="5441021"/>
                  <a:pt x="2275089" y="5444829"/>
                  <a:pt x="2284025" y="5449336"/>
                </a:cubicBezTo>
                <a:cubicBezTo>
                  <a:pt x="2292962" y="5453844"/>
                  <a:pt x="2300166" y="5458247"/>
                  <a:pt x="2305636" y="5462546"/>
                </a:cubicBezTo>
                <a:cubicBezTo>
                  <a:pt x="2311107" y="5466845"/>
                  <a:pt x="2315298" y="5471323"/>
                  <a:pt x="2318209" y="5475982"/>
                </a:cubicBezTo>
                <a:cubicBezTo>
                  <a:pt x="2321121" y="5480641"/>
                  <a:pt x="2322577" y="5485903"/>
                  <a:pt x="2322577" y="5491768"/>
                </a:cubicBezTo>
                <a:cubicBezTo>
                  <a:pt x="2322577" y="5497656"/>
                  <a:pt x="2321207" y="5502991"/>
                  <a:pt x="2318466" y="5507774"/>
                </a:cubicBezTo>
                <a:cubicBezTo>
                  <a:pt x="2315725" y="5512556"/>
                  <a:pt x="2312021" y="5516622"/>
                  <a:pt x="2307352" y="5519973"/>
                </a:cubicBezTo>
                <a:cubicBezTo>
                  <a:pt x="2302684" y="5523324"/>
                  <a:pt x="2297086" y="5525960"/>
                  <a:pt x="2290557" y="5527881"/>
                </a:cubicBezTo>
                <a:cubicBezTo>
                  <a:pt x="2284028" y="5529802"/>
                  <a:pt x="2277183" y="5530762"/>
                  <a:pt x="2270020" y="5530762"/>
                </a:cubicBezTo>
                <a:cubicBezTo>
                  <a:pt x="2262058" y="5530762"/>
                  <a:pt x="2254288" y="5529680"/>
                  <a:pt x="2246709" y="5527515"/>
                </a:cubicBezTo>
                <a:cubicBezTo>
                  <a:pt x="2239131" y="5525350"/>
                  <a:pt x="2232178" y="5522008"/>
                  <a:pt x="2225851" y="5517488"/>
                </a:cubicBezTo>
                <a:cubicBezTo>
                  <a:pt x="2219525" y="5512969"/>
                  <a:pt x="2214264" y="5507266"/>
                  <a:pt x="2210070" y="5500380"/>
                </a:cubicBezTo>
                <a:cubicBezTo>
                  <a:pt x="2205874" y="5493495"/>
                  <a:pt x="2203219" y="5483990"/>
                  <a:pt x="2202102" y="5471865"/>
                </a:cubicBezTo>
                <a:lnTo>
                  <a:pt x="2195171" y="5465802"/>
                </a:lnTo>
                <a:cubicBezTo>
                  <a:pt x="2186456" y="5466049"/>
                  <a:pt x="2179331" y="5466875"/>
                  <a:pt x="2173796" y="5468281"/>
                </a:cubicBezTo>
                <a:cubicBezTo>
                  <a:pt x="2168262" y="5469686"/>
                  <a:pt x="2163045" y="5471931"/>
                  <a:pt x="2158146" y="5475014"/>
                </a:cubicBezTo>
                <a:cubicBezTo>
                  <a:pt x="2153248" y="5478098"/>
                  <a:pt x="2149194" y="5482266"/>
                  <a:pt x="2145985" y="5487520"/>
                </a:cubicBezTo>
                <a:cubicBezTo>
                  <a:pt x="2142776" y="5492773"/>
                  <a:pt x="2141172" y="5499076"/>
                  <a:pt x="2141172" y="5506429"/>
                </a:cubicBezTo>
                <a:cubicBezTo>
                  <a:pt x="2141172" y="5514728"/>
                  <a:pt x="2142959" y="5522149"/>
                  <a:pt x="2146534" y="5528690"/>
                </a:cubicBezTo>
                <a:cubicBezTo>
                  <a:pt x="2150110" y="5535232"/>
                  <a:pt x="2154886" y="5541070"/>
                  <a:pt x="2160864" y="5546206"/>
                </a:cubicBezTo>
                <a:cubicBezTo>
                  <a:pt x="2166841" y="5551342"/>
                  <a:pt x="2173558" y="5555754"/>
                  <a:pt x="2181013" y="5559444"/>
                </a:cubicBezTo>
                <a:cubicBezTo>
                  <a:pt x="2188468" y="5563133"/>
                  <a:pt x="2196267" y="5566206"/>
                  <a:pt x="2204408" y="5568663"/>
                </a:cubicBezTo>
                <a:cubicBezTo>
                  <a:pt x="2212550" y="5571120"/>
                  <a:pt x="2220893" y="5572953"/>
                  <a:pt x="2229438" y="5574164"/>
                </a:cubicBezTo>
                <a:cubicBezTo>
                  <a:pt x="2237983" y="5575374"/>
                  <a:pt x="2246550" y="5575979"/>
                  <a:pt x="2255140" y="5575979"/>
                </a:cubicBezTo>
                <a:cubicBezTo>
                  <a:pt x="2271569" y="5575979"/>
                  <a:pt x="2287378" y="5573782"/>
                  <a:pt x="2302565" y="5569387"/>
                </a:cubicBezTo>
                <a:cubicBezTo>
                  <a:pt x="2317752" y="5564992"/>
                  <a:pt x="2331390" y="5558420"/>
                  <a:pt x="2343479" y="5549672"/>
                </a:cubicBezTo>
                <a:cubicBezTo>
                  <a:pt x="2355568" y="5540923"/>
                  <a:pt x="2365306" y="5530055"/>
                  <a:pt x="2372693" y="5517066"/>
                </a:cubicBezTo>
                <a:cubicBezTo>
                  <a:pt x="2380080" y="5504077"/>
                  <a:pt x="2383773" y="5489299"/>
                  <a:pt x="2383773" y="5472730"/>
                </a:cubicBezTo>
                <a:cubicBezTo>
                  <a:pt x="2383773" y="5458793"/>
                  <a:pt x="2380763" y="5446588"/>
                  <a:pt x="2374742" y="5436113"/>
                </a:cubicBezTo>
                <a:cubicBezTo>
                  <a:pt x="2368722" y="5425638"/>
                  <a:pt x="2361096" y="5416567"/>
                  <a:pt x="2351865" y="5408900"/>
                </a:cubicBezTo>
                <a:cubicBezTo>
                  <a:pt x="2342634" y="5401233"/>
                  <a:pt x="2332359" y="5394494"/>
                  <a:pt x="2321040" y="5388683"/>
                </a:cubicBezTo>
                <a:cubicBezTo>
                  <a:pt x="2309721" y="5382871"/>
                  <a:pt x="2298451" y="5377309"/>
                  <a:pt x="2287231" y="5371995"/>
                </a:cubicBezTo>
                <a:cubicBezTo>
                  <a:pt x="2277422" y="5367379"/>
                  <a:pt x="2268075" y="5362796"/>
                  <a:pt x="2259188" y="5358247"/>
                </a:cubicBezTo>
                <a:cubicBezTo>
                  <a:pt x="2250301" y="5353697"/>
                  <a:pt x="2242729" y="5349043"/>
                  <a:pt x="2236472" y="5344285"/>
                </a:cubicBezTo>
                <a:cubicBezTo>
                  <a:pt x="2230214" y="5339527"/>
                  <a:pt x="2225335" y="5334524"/>
                  <a:pt x="2221837" y="5329276"/>
                </a:cubicBezTo>
                <a:cubicBezTo>
                  <a:pt x="2218338" y="5324027"/>
                  <a:pt x="2216589" y="5318232"/>
                  <a:pt x="2216589" y="5311891"/>
                </a:cubicBezTo>
                <a:cubicBezTo>
                  <a:pt x="2216589" y="5306989"/>
                  <a:pt x="2217748" y="5302276"/>
                  <a:pt x="2220066" y="5297751"/>
                </a:cubicBezTo>
                <a:cubicBezTo>
                  <a:pt x="2222385" y="5293227"/>
                  <a:pt x="2225907" y="5289033"/>
                  <a:pt x="2230632" y="5285170"/>
                </a:cubicBezTo>
                <a:cubicBezTo>
                  <a:pt x="2235357" y="5281306"/>
                  <a:pt x="2241327" y="5278150"/>
                  <a:pt x="2248542" y="5275701"/>
                </a:cubicBezTo>
                <a:cubicBezTo>
                  <a:pt x="2255757" y="5273252"/>
                  <a:pt x="2264010" y="5272028"/>
                  <a:pt x="2273303" y="5272028"/>
                </a:cubicBezTo>
                <a:cubicBezTo>
                  <a:pt x="2278249" y="5272028"/>
                  <a:pt x="2283371" y="5272602"/>
                  <a:pt x="2288667" y="5273751"/>
                </a:cubicBezTo>
                <a:cubicBezTo>
                  <a:pt x="2293963" y="5274900"/>
                  <a:pt x="2298612" y="5276652"/>
                  <a:pt x="2302616" y="5279006"/>
                </a:cubicBezTo>
                <a:cubicBezTo>
                  <a:pt x="2306619" y="5281361"/>
                  <a:pt x="2309827" y="5284228"/>
                  <a:pt x="2312241" y="5287608"/>
                </a:cubicBezTo>
                <a:cubicBezTo>
                  <a:pt x="2314655" y="5290988"/>
                  <a:pt x="2315912" y="5295021"/>
                  <a:pt x="2316012" y="5299707"/>
                </a:cubicBezTo>
                <a:cubicBezTo>
                  <a:pt x="2316012" y="5302095"/>
                  <a:pt x="2315626" y="5305026"/>
                  <a:pt x="2314854" y="5308500"/>
                </a:cubicBezTo>
                <a:cubicBezTo>
                  <a:pt x="2314082" y="5311974"/>
                  <a:pt x="2312572" y="5316770"/>
                  <a:pt x="2310323" y="5322885"/>
                </a:cubicBezTo>
                <a:lnTo>
                  <a:pt x="2312698" y="5332956"/>
                </a:lnTo>
                <a:cubicBezTo>
                  <a:pt x="2323323" y="5335956"/>
                  <a:pt x="2332273" y="5337455"/>
                  <a:pt x="2339547" y="5337455"/>
                </a:cubicBezTo>
                <a:cubicBezTo>
                  <a:pt x="2347541" y="5337279"/>
                  <a:pt x="2354397" y="5335715"/>
                  <a:pt x="2360114" y="5332764"/>
                </a:cubicBezTo>
                <a:cubicBezTo>
                  <a:pt x="2365832" y="5329813"/>
                  <a:pt x="2370470" y="5326136"/>
                  <a:pt x="2374028" y="5321734"/>
                </a:cubicBezTo>
                <a:cubicBezTo>
                  <a:pt x="2377588" y="5317332"/>
                  <a:pt x="2380101" y="5312651"/>
                  <a:pt x="2381570" y="5307691"/>
                </a:cubicBezTo>
                <a:cubicBezTo>
                  <a:pt x="2383039" y="5302731"/>
                  <a:pt x="2383773" y="5298150"/>
                  <a:pt x="2383773" y="5293948"/>
                </a:cubicBezTo>
                <a:cubicBezTo>
                  <a:pt x="2383773" y="5283537"/>
                  <a:pt x="2381054" y="5274188"/>
                  <a:pt x="2375616" y="5265901"/>
                </a:cubicBezTo>
                <a:cubicBezTo>
                  <a:pt x="2370178" y="5257614"/>
                  <a:pt x="2363027" y="5250696"/>
                  <a:pt x="2354166" y="5245145"/>
                </a:cubicBezTo>
                <a:cubicBezTo>
                  <a:pt x="2345303" y="5239594"/>
                  <a:pt x="2335248" y="5235442"/>
                  <a:pt x="2324001" y="5232690"/>
                </a:cubicBezTo>
                <a:cubicBezTo>
                  <a:pt x="2312754" y="5229938"/>
                  <a:pt x="2300962" y="5228562"/>
                  <a:pt x="2288623" y="5228562"/>
                </a:cubicBezTo>
                <a:close/>
                <a:moveTo>
                  <a:pt x="3248501" y="5228342"/>
                </a:moveTo>
                <a:cubicBezTo>
                  <a:pt x="3235081" y="5228342"/>
                  <a:pt x="3221269" y="5232252"/>
                  <a:pt x="3207065" y="5240071"/>
                </a:cubicBezTo>
                <a:cubicBezTo>
                  <a:pt x="3192862" y="5247891"/>
                  <a:pt x="3178878" y="5260250"/>
                  <a:pt x="3165115" y="5277149"/>
                </a:cubicBezTo>
                <a:cubicBezTo>
                  <a:pt x="3151352" y="5294048"/>
                  <a:pt x="3138003" y="5315693"/>
                  <a:pt x="3125068" y="5342086"/>
                </a:cubicBezTo>
                <a:lnTo>
                  <a:pt x="3111774" y="5372990"/>
                </a:lnTo>
                <a:lnTo>
                  <a:pt x="3112280" y="5367084"/>
                </a:lnTo>
                <a:cubicBezTo>
                  <a:pt x="3113202" y="5355457"/>
                  <a:pt x="3114022" y="5344432"/>
                  <a:pt x="3114741" y="5334011"/>
                </a:cubicBezTo>
                <a:cubicBezTo>
                  <a:pt x="3115460" y="5323589"/>
                  <a:pt x="3116093" y="5314001"/>
                  <a:pt x="3116640" y="5305246"/>
                </a:cubicBezTo>
                <a:cubicBezTo>
                  <a:pt x="3117188" y="5296491"/>
                  <a:pt x="3117631" y="5289015"/>
                  <a:pt x="3117971" y="5282820"/>
                </a:cubicBezTo>
                <a:cubicBezTo>
                  <a:pt x="3118310" y="5276625"/>
                  <a:pt x="3118480" y="5273478"/>
                  <a:pt x="3118480" y="5273378"/>
                </a:cubicBezTo>
                <a:cubicBezTo>
                  <a:pt x="3118480" y="5258944"/>
                  <a:pt x="3115221" y="5248267"/>
                  <a:pt x="3108701" y="5241348"/>
                </a:cubicBezTo>
                <a:cubicBezTo>
                  <a:pt x="3102182" y="5234429"/>
                  <a:pt x="3093419" y="5230969"/>
                  <a:pt x="3082413" y="5230969"/>
                </a:cubicBezTo>
                <a:cubicBezTo>
                  <a:pt x="3078741" y="5230969"/>
                  <a:pt x="3073484" y="5231621"/>
                  <a:pt x="3066643" y="5232924"/>
                </a:cubicBezTo>
                <a:cubicBezTo>
                  <a:pt x="3059801" y="5234227"/>
                  <a:pt x="3051813" y="5236125"/>
                  <a:pt x="3042677" y="5238617"/>
                </a:cubicBezTo>
                <a:cubicBezTo>
                  <a:pt x="3033542" y="5241108"/>
                  <a:pt x="3024839" y="5243648"/>
                  <a:pt x="3016568" y="5246237"/>
                </a:cubicBezTo>
                <a:cubicBezTo>
                  <a:pt x="3008298" y="5248825"/>
                  <a:pt x="2996559" y="5252969"/>
                  <a:pt x="2981350" y="5258668"/>
                </a:cubicBezTo>
                <a:lnTo>
                  <a:pt x="2986722" y="5289315"/>
                </a:lnTo>
                <a:cubicBezTo>
                  <a:pt x="3002012" y="5286718"/>
                  <a:pt x="3013160" y="5284719"/>
                  <a:pt x="3020167" y="5283319"/>
                </a:cubicBezTo>
                <a:cubicBezTo>
                  <a:pt x="3027173" y="5281919"/>
                  <a:pt x="3032968" y="5281219"/>
                  <a:pt x="3037551" y="5281219"/>
                </a:cubicBezTo>
                <a:cubicBezTo>
                  <a:pt x="3039930" y="5281219"/>
                  <a:pt x="3041904" y="5281508"/>
                  <a:pt x="3043473" y="5282086"/>
                </a:cubicBezTo>
                <a:cubicBezTo>
                  <a:pt x="3045042" y="5282664"/>
                  <a:pt x="3046266" y="5283534"/>
                  <a:pt x="3047145" y="5284695"/>
                </a:cubicBezTo>
                <a:cubicBezTo>
                  <a:pt x="3048026" y="5285857"/>
                  <a:pt x="3048805" y="5288021"/>
                  <a:pt x="3049483" y="5291187"/>
                </a:cubicBezTo>
                <a:cubicBezTo>
                  <a:pt x="3050161" y="5294353"/>
                  <a:pt x="3050499" y="5298482"/>
                  <a:pt x="3050499" y="5303575"/>
                </a:cubicBezTo>
                <a:cubicBezTo>
                  <a:pt x="3050499" y="5310021"/>
                  <a:pt x="3050391" y="5318905"/>
                  <a:pt x="3050173" y="5330226"/>
                </a:cubicBezTo>
                <a:cubicBezTo>
                  <a:pt x="3049956" y="5341548"/>
                  <a:pt x="3049592" y="5354406"/>
                  <a:pt x="3049080" y="5368800"/>
                </a:cubicBezTo>
                <a:cubicBezTo>
                  <a:pt x="3048568" y="5383195"/>
                  <a:pt x="3047988" y="5398575"/>
                  <a:pt x="3047337" y="5414941"/>
                </a:cubicBezTo>
                <a:cubicBezTo>
                  <a:pt x="3046687" y="5431308"/>
                  <a:pt x="3045922" y="5447988"/>
                  <a:pt x="3045040" y="5464983"/>
                </a:cubicBezTo>
                <a:cubicBezTo>
                  <a:pt x="3044159" y="5481977"/>
                  <a:pt x="3043219" y="5498456"/>
                  <a:pt x="3042220" y="5514420"/>
                </a:cubicBezTo>
                <a:cubicBezTo>
                  <a:pt x="3041222" y="5530384"/>
                  <a:pt x="3040115" y="5548668"/>
                  <a:pt x="3038901" y="5569272"/>
                </a:cubicBezTo>
                <a:lnTo>
                  <a:pt x="3051978" y="5570070"/>
                </a:lnTo>
                <a:lnTo>
                  <a:pt x="3105891" y="5563436"/>
                </a:lnTo>
                <a:cubicBezTo>
                  <a:pt x="3107296" y="5537428"/>
                  <a:pt x="3110229" y="5513775"/>
                  <a:pt x="3114690" y="5492476"/>
                </a:cubicBezTo>
                <a:cubicBezTo>
                  <a:pt x="3119152" y="5471178"/>
                  <a:pt x="3124724" y="5450892"/>
                  <a:pt x="3131407" y="5431620"/>
                </a:cubicBezTo>
                <a:cubicBezTo>
                  <a:pt x="3138091" y="5412348"/>
                  <a:pt x="3145612" y="5394388"/>
                  <a:pt x="3153972" y="5377740"/>
                </a:cubicBezTo>
                <a:cubicBezTo>
                  <a:pt x="3162332" y="5361092"/>
                  <a:pt x="3170987" y="5346743"/>
                  <a:pt x="3179937" y="5334693"/>
                </a:cubicBezTo>
                <a:cubicBezTo>
                  <a:pt x="3188886" y="5322642"/>
                  <a:pt x="3197399" y="5313526"/>
                  <a:pt x="3205475" y="5307342"/>
                </a:cubicBezTo>
                <a:cubicBezTo>
                  <a:pt x="3213551" y="5301159"/>
                  <a:pt x="3220818" y="5298067"/>
                  <a:pt x="3227276" y="5298067"/>
                </a:cubicBezTo>
                <a:cubicBezTo>
                  <a:pt x="3234878" y="5298067"/>
                  <a:pt x="3241124" y="5301153"/>
                  <a:pt x="3246016" y="5307325"/>
                </a:cubicBezTo>
                <a:cubicBezTo>
                  <a:pt x="3250908" y="5313496"/>
                  <a:pt x="3253354" y="5323991"/>
                  <a:pt x="3253354" y="5338809"/>
                </a:cubicBezTo>
                <a:cubicBezTo>
                  <a:pt x="3253354" y="5344753"/>
                  <a:pt x="3252880" y="5353088"/>
                  <a:pt x="3251932" y="5363815"/>
                </a:cubicBezTo>
                <a:cubicBezTo>
                  <a:pt x="3250985" y="5374543"/>
                  <a:pt x="3249933" y="5386397"/>
                  <a:pt x="3248779" y="5399379"/>
                </a:cubicBezTo>
                <a:cubicBezTo>
                  <a:pt x="3247624" y="5412361"/>
                  <a:pt x="3246566" y="5426206"/>
                  <a:pt x="3245605" y="5440916"/>
                </a:cubicBezTo>
                <a:cubicBezTo>
                  <a:pt x="3244643" y="5455626"/>
                  <a:pt x="3244163" y="5470023"/>
                  <a:pt x="3244163" y="5484108"/>
                </a:cubicBezTo>
                <a:cubicBezTo>
                  <a:pt x="3244163" y="5495826"/>
                  <a:pt x="3244507" y="5506800"/>
                  <a:pt x="3245195" y="5517029"/>
                </a:cubicBezTo>
                <a:cubicBezTo>
                  <a:pt x="3245883" y="5527259"/>
                  <a:pt x="3247506" y="5536500"/>
                  <a:pt x="3250065" y="5544753"/>
                </a:cubicBezTo>
                <a:cubicBezTo>
                  <a:pt x="3252622" y="5553006"/>
                  <a:pt x="3256908" y="5559945"/>
                  <a:pt x="3262921" y="5565571"/>
                </a:cubicBezTo>
                <a:cubicBezTo>
                  <a:pt x="3268935" y="5571196"/>
                  <a:pt x="3277113" y="5574008"/>
                  <a:pt x="3287454" y="5574008"/>
                </a:cubicBezTo>
                <a:cubicBezTo>
                  <a:pt x="3294948" y="5574008"/>
                  <a:pt x="3303460" y="5572778"/>
                  <a:pt x="3312988" y="5570318"/>
                </a:cubicBezTo>
                <a:cubicBezTo>
                  <a:pt x="3322517" y="5567858"/>
                  <a:pt x="3331731" y="5564789"/>
                  <a:pt x="3340631" y="5561111"/>
                </a:cubicBezTo>
                <a:cubicBezTo>
                  <a:pt x="3349530" y="5557433"/>
                  <a:pt x="3358182" y="5553302"/>
                  <a:pt x="3366586" y="5548718"/>
                </a:cubicBezTo>
                <a:cubicBezTo>
                  <a:pt x="3370789" y="5546425"/>
                  <a:pt x="3374953" y="5543780"/>
                  <a:pt x="3379082" y="5540783"/>
                </a:cubicBezTo>
                <a:lnTo>
                  <a:pt x="3388421" y="5533136"/>
                </a:lnTo>
                <a:lnTo>
                  <a:pt x="3399114" y="5546206"/>
                </a:lnTo>
                <a:cubicBezTo>
                  <a:pt x="3405091" y="5551342"/>
                  <a:pt x="3411808" y="5555754"/>
                  <a:pt x="3419263" y="5559444"/>
                </a:cubicBezTo>
                <a:cubicBezTo>
                  <a:pt x="3426718" y="5563133"/>
                  <a:pt x="3434517" y="5566206"/>
                  <a:pt x="3442658" y="5568663"/>
                </a:cubicBezTo>
                <a:cubicBezTo>
                  <a:pt x="3450799" y="5571120"/>
                  <a:pt x="3459142" y="5572953"/>
                  <a:pt x="3467687" y="5574164"/>
                </a:cubicBezTo>
                <a:cubicBezTo>
                  <a:pt x="3476232" y="5575374"/>
                  <a:pt x="3484799" y="5575979"/>
                  <a:pt x="3493390" y="5575979"/>
                </a:cubicBezTo>
                <a:cubicBezTo>
                  <a:pt x="3509819" y="5575979"/>
                  <a:pt x="3525628" y="5573782"/>
                  <a:pt x="3540815" y="5569387"/>
                </a:cubicBezTo>
                <a:cubicBezTo>
                  <a:pt x="3556002" y="5564992"/>
                  <a:pt x="3569640" y="5558420"/>
                  <a:pt x="3581729" y="5549672"/>
                </a:cubicBezTo>
                <a:cubicBezTo>
                  <a:pt x="3593818" y="5540923"/>
                  <a:pt x="3603556" y="5530055"/>
                  <a:pt x="3610943" y="5517066"/>
                </a:cubicBezTo>
                <a:cubicBezTo>
                  <a:pt x="3618329" y="5504077"/>
                  <a:pt x="3622023" y="5489299"/>
                  <a:pt x="3622023" y="5472730"/>
                </a:cubicBezTo>
                <a:cubicBezTo>
                  <a:pt x="3622023" y="5458793"/>
                  <a:pt x="3619013" y="5446588"/>
                  <a:pt x="3612992" y="5436113"/>
                </a:cubicBezTo>
                <a:cubicBezTo>
                  <a:pt x="3606972" y="5425638"/>
                  <a:pt x="3599346" y="5416567"/>
                  <a:pt x="3590115" y="5408900"/>
                </a:cubicBezTo>
                <a:cubicBezTo>
                  <a:pt x="3580884" y="5401233"/>
                  <a:pt x="3570609" y="5394494"/>
                  <a:pt x="3559290" y="5388683"/>
                </a:cubicBezTo>
                <a:cubicBezTo>
                  <a:pt x="3547971" y="5382871"/>
                  <a:pt x="3536701" y="5377309"/>
                  <a:pt x="3525481" y="5371995"/>
                </a:cubicBezTo>
                <a:cubicBezTo>
                  <a:pt x="3515672" y="5367379"/>
                  <a:pt x="3506325" y="5362796"/>
                  <a:pt x="3497438" y="5358247"/>
                </a:cubicBezTo>
                <a:cubicBezTo>
                  <a:pt x="3488551" y="5353697"/>
                  <a:pt x="3480979" y="5349043"/>
                  <a:pt x="3474721" y="5344285"/>
                </a:cubicBezTo>
                <a:cubicBezTo>
                  <a:pt x="3468463" y="5339527"/>
                  <a:pt x="3463585" y="5334524"/>
                  <a:pt x="3460087" y="5329276"/>
                </a:cubicBezTo>
                <a:cubicBezTo>
                  <a:pt x="3456588" y="5324027"/>
                  <a:pt x="3454839" y="5318232"/>
                  <a:pt x="3454839" y="5311891"/>
                </a:cubicBezTo>
                <a:cubicBezTo>
                  <a:pt x="3454839" y="5306989"/>
                  <a:pt x="3455998" y="5302276"/>
                  <a:pt x="3458316" y="5297751"/>
                </a:cubicBezTo>
                <a:cubicBezTo>
                  <a:pt x="3460635" y="5293227"/>
                  <a:pt x="3464157" y="5289033"/>
                  <a:pt x="3468882" y="5285170"/>
                </a:cubicBezTo>
                <a:cubicBezTo>
                  <a:pt x="3473607" y="5281306"/>
                  <a:pt x="3479577" y="5278150"/>
                  <a:pt x="3486792" y="5275701"/>
                </a:cubicBezTo>
                <a:cubicBezTo>
                  <a:pt x="3494007" y="5273252"/>
                  <a:pt x="3502260" y="5272028"/>
                  <a:pt x="3511552" y="5272028"/>
                </a:cubicBezTo>
                <a:cubicBezTo>
                  <a:pt x="3516499" y="5272028"/>
                  <a:pt x="3521620" y="5272602"/>
                  <a:pt x="3526917" y="5273751"/>
                </a:cubicBezTo>
                <a:cubicBezTo>
                  <a:pt x="3532212" y="5274900"/>
                  <a:pt x="3536863" y="5276652"/>
                  <a:pt x="3540865" y="5279006"/>
                </a:cubicBezTo>
                <a:cubicBezTo>
                  <a:pt x="3544869" y="5281361"/>
                  <a:pt x="3548077" y="5284228"/>
                  <a:pt x="3550491" y="5287608"/>
                </a:cubicBezTo>
                <a:cubicBezTo>
                  <a:pt x="3552905" y="5290988"/>
                  <a:pt x="3554162" y="5295021"/>
                  <a:pt x="3554262" y="5299707"/>
                </a:cubicBezTo>
                <a:cubicBezTo>
                  <a:pt x="3554262" y="5302095"/>
                  <a:pt x="3553876" y="5305026"/>
                  <a:pt x="3553104" y="5308500"/>
                </a:cubicBezTo>
                <a:cubicBezTo>
                  <a:pt x="3552332" y="5311974"/>
                  <a:pt x="3550821" y="5316770"/>
                  <a:pt x="3548572" y="5322885"/>
                </a:cubicBezTo>
                <a:lnTo>
                  <a:pt x="3550948" y="5332956"/>
                </a:lnTo>
                <a:cubicBezTo>
                  <a:pt x="3561573" y="5335956"/>
                  <a:pt x="3570522" y="5337455"/>
                  <a:pt x="3577797" y="5337455"/>
                </a:cubicBezTo>
                <a:cubicBezTo>
                  <a:pt x="3585792" y="5337279"/>
                  <a:pt x="3592647" y="5335715"/>
                  <a:pt x="3598365" y="5332764"/>
                </a:cubicBezTo>
                <a:cubicBezTo>
                  <a:pt x="3604082" y="5329813"/>
                  <a:pt x="3608720" y="5326136"/>
                  <a:pt x="3612279" y="5321734"/>
                </a:cubicBezTo>
                <a:cubicBezTo>
                  <a:pt x="3615838" y="5317332"/>
                  <a:pt x="3618351" y="5312651"/>
                  <a:pt x="3619820" y="5307691"/>
                </a:cubicBezTo>
                <a:cubicBezTo>
                  <a:pt x="3621289" y="5302731"/>
                  <a:pt x="3622023" y="5298150"/>
                  <a:pt x="3622023" y="5293948"/>
                </a:cubicBezTo>
                <a:cubicBezTo>
                  <a:pt x="3622023" y="5283537"/>
                  <a:pt x="3619304" y="5274188"/>
                  <a:pt x="3613866" y="5265901"/>
                </a:cubicBezTo>
                <a:cubicBezTo>
                  <a:pt x="3608427" y="5257614"/>
                  <a:pt x="3601277" y="5250696"/>
                  <a:pt x="3592415" y="5245145"/>
                </a:cubicBezTo>
                <a:cubicBezTo>
                  <a:pt x="3583553" y="5239594"/>
                  <a:pt x="3573498" y="5235442"/>
                  <a:pt x="3562251" y="5232690"/>
                </a:cubicBezTo>
                <a:cubicBezTo>
                  <a:pt x="3551004" y="5229938"/>
                  <a:pt x="3539212" y="5228562"/>
                  <a:pt x="3526873" y="5228562"/>
                </a:cubicBezTo>
                <a:cubicBezTo>
                  <a:pt x="3517217" y="5228562"/>
                  <a:pt x="3507447" y="5229429"/>
                  <a:pt x="3497562" y="5231164"/>
                </a:cubicBezTo>
                <a:cubicBezTo>
                  <a:pt x="3487676" y="5232899"/>
                  <a:pt x="3477812" y="5235631"/>
                  <a:pt x="3467970" y="5239361"/>
                </a:cubicBezTo>
                <a:cubicBezTo>
                  <a:pt x="3458127" y="5243091"/>
                  <a:pt x="3448922" y="5247708"/>
                  <a:pt x="3440354" y="5253211"/>
                </a:cubicBezTo>
                <a:cubicBezTo>
                  <a:pt x="3431787" y="5258715"/>
                  <a:pt x="3424145" y="5265227"/>
                  <a:pt x="3417432" y="5272748"/>
                </a:cubicBezTo>
                <a:cubicBezTo>
                  <a:pt x="3410718" y="5280270"/>
                  <a:pt x="3405440" y="5288675"/>
                  <a:pt x="3401597" y="5297963"/>
                </a:cubicBezTo>
                <a:cubicBezTo>
                  <a:pt x="3397755" y="5307250"/>
                  <a:pt x="3395833" y="5317583"/>
                  <a:pt x="3395833" y="5328962"/>
                </a:cubicBezTo>
                <a:cubicBezTo>
                  <a:pt x="3395833" y="5339584"/>
                  <a:pt x="3397315" y="5349101"/>
                  <a:pt x="3400279" y="5357512"/>
                </a:cubicBezTo>
                <a:cubicBezTo>
                  <a:pt x="3403242" y="5365923"/>
                  <a:pt x="3407413" y="5373644"/>
                  <a:pt x="3412789" y="5380674"/>
                </a:cubicBezTo>
                <a:cubicBezTo>
                  <a:pt x="3418165" y="5387704"/>
                  <a:pt x="3424147" y="5393869"/>
                  <a:pt x="3430734" y="5399170"/>
                </a:cubicBezTo>
                <a:cubicBezTo>
                  <a:pt x="3437321" y="5404471"/>
                  <a:pt x="3444547" y="5409481"/>
                  <a:pt x="3452414" y="5414202"/>
                </a:cubicBezTo>
                <a:cubicBezTo>
                  <a:pt x="3460282" y="5418923"/>
                  <a:pt x="3468119" y="5423143"/>
                  <a:pt x="3475926" y="5426864"/>
                </a:cubicBezTo>
                <a:cubicBezTo>
                  <a:pt x="3483734" y="5430585"/>
                  <a:pt x="3491503" y="5434268"/>
                  <a:pt x="3499232" y="5437914"/>
                </a:cubicBezTo>
                <a:cubicBezTo>
                  <a:pt x="3505658" y="5441021"/>
                  <a:pt x="3513339" y="5444829"/>
                  <a:pt x="3522276" y="5449336"/>
                </a:cubicBezTo>
                <a:cubicBezTo>
                  <a:pt x="3531212" y="5453844"/>
                  <a:pt x="3538416" y="5458247"/>
                  <a:pt x="3543886" y="5462546"/>
                </a:cubicBezTo>
                <a:cubicBezTo>
                  <a:pt x="3549357" y="5466845"/>
                  <a:pt x="3553548" y="5471323"/>
                  <a:pt x="3556459" y="5475982"/>
                </a:cubicBezTo>
                <a:cubicBezTo>
                  <a:pt x="3559370" y="5480641"/>
                  <a:pt x="3560826" y="5485903"/>
                  <a:pt x="3560826" y="5491768"/>
                </a:cubicBezTo>
                <a:cubicBezTo>
                  <a:pt x="3560826" y="5497656"/>
                  <a:pt x="3559456" y="5502991"/>
                  <a:pt x="3556716" y="5507774"/>
                </a:cubicBezTo>
                <a:cubicBezTo>
                  <a:pt x="3553975" y="5512556"/>
                  <a:pt x="3550271" y="5516622"/>
                  <a:pt x="3545602" y="5519973"/>
                </a:cubicBezTo>
                <a:cubicBezTo>
                  <a:pt x="3540934" y="5523324"/>
                  <a:pt x="3535336" y="5525960"/>
                  <a:pt x="3528807" y="5527881"/>
                </a:cubicBezTo>
                <a:cubicBezTo>
                  <a:pt x="3522279" y="5529802"/>
                  <a:pt x="3515433" y="5530762"/>
                  <a:pt x="3508270" y="5530762"/>
                </a:cubicBezTo>
                <a:cubicBezTo>
                  <a:pt x="3500308" y="5530762"/>
                  <a:pt x="3492538" y="5529680"/>
                  <a:pt x="3484959" y="5527515"/>
                </a:cubicBezTo>
                <a:cubicBezTo>
                  <a:pt x="3477381" y="5525350"/>
                  <a:pt x="3470428" y="5522008"/>
                  <a:pt x="3464101" y="5517488"/>
                </a:cubicBezTo>
                <a:cubicBezTo>
                  <a:pt x="3457775" y="5512969"/>
                  <a:pt x="3452515" y="5507266"/>
                  <a:pt x="3448319" y="5500380"/>
                </a:cubicBezTo>
                <a:cubicBezTo>
                  <a:pt x="3444124" y="5493495"/>
                  <a:pt x="3441469" y="5483990"/>
                  <a:pt x="3440352" y="5471865"/>
                </a:cubicBezTo>
                <a:lnTo>
                  <a:pt x="3433422" y="5465802"/>
                </a:lnTo>
                <a:cubicBezTo>
                  <a:pt x="3424706" y="5466049"/>
                  <a:pt x="3417580" y="5466875"/>
                  <a:pt x="3412046" y="5468281"/>
                </a:cubicBezTo>
                <a:cubicBezTo>
                  <a:pt x="3406512" y="5469686"/>
                  <a:pt x="3401295" y="5471931"/>
                  <a:pt x="3396396" y="5475014"/>
                </a:cubicBezTo>
                <a:cubicBezTo>
                  <a:pt x="3391498" y="5478098"/>
                  <a:pt x="3387444" y="5482266"/>
                  <a:pt x="3384235" y="5487520"/>
                </a:cubicBezTo>
                <a:cubicBezTo>
                  <a:pt x="3381026" y="5492773"/>
                  <a:pt x="3379421" y="5499076"/>
                  <a:pt x="3379421" y="5506429"/>
                </a:cubicBezTo>
                <a:lnTo>
                  <a:pt x="3379838" y="5508157"/>
                </a:lnTo>
                <a:lnTo>
                  <a:pt x="3364566" y="5512805"/>
                </a:lnTo>
                <a:cubicBezTo>
                  <a:pt x="3359211" y="5514380"/>
                  <a:pt x="3354724" y="5515635"/>
                  <a:pt x="3351105" y="5516572"/>
                </a:cubicBezTo>
                <a:cubicBezTo>
                  <a:pt x="3343869" y="5518447"/>
                  <a:pt x="3336730" y="5519384"/>
                  <a:pt x="3329688" y="5519384"/>
                </a:cubicBezTo>
                <a:cubicBezTo>
                  <a:pt x="3325614" y="5519384"/>
                  <a:pt x="3322538" y="5518947"/>
                  <a:pt x="3320460" y="5518074"/>
                </a:cubicBezTo>
                <a:cubicBezTo>
                  <a:pt x="3318383" y="5517201"/>
                  <a:pt x="3316641" y="5515429"/>
                  <a:pt x="3315237" y="5512760"/>
                </a:cubicBezTo>
                <a:cubicBezTo>
                  <a:pt x="3313832" y="5510090"/>
                  <a:pt x="3312710" y="5505589"/>
                  <a:pt x="3311871" y="5499257"/>
                </a:cubicBezTo>
                <a:cubicBezTo>
                  <a:pt x="3311031" y="5492925"/>
                  <a:pt x="3310611" y="5484083"/>
                  <a:pt x="3310611" y="5472730"/>
                </a:cubicBezTo>
                <a:cubicBezTo>
                  <a:pt x="3310611" y="5464877"/>
                  <a:pt x="3310837" y="5457059"/>
                  <a:pt x="3311288" y="5449275"/>
                </a:cubicBezTo>
                <a:cubicBezTo>
                  <a:pt x="3311740" y="5441492"/>
                  <a:pt x="3312326" y="5432755"/>
                  <a:pt x="3313048" y="5423065"/>
                </a:cubicBezTo>
                <a:cubicBezTo>
                  <a:pt x="3313770" y="5413375"/>
                  <a:pt x="3314615" y="5403362"/>
                  <a:pt x="3315582" y="5393027"/>
                </a:cubicBezTo>
                <a:cubicBezTo>
                  <a:pt x="3316550" y="5382692"/>
                  <a:pt x="3317385" y="5373156"/>
                  <a:pt x="3318091" y="5364419"/>
                </a:cubicBezTo>
                <a:cubicBezTo>
                  <a:pt x="3318794" y="5355682"/>
                  <a:pt x="3319438" y="5347108"/>
                  <a:pt x="3320021" y="5338697"/>
                </a:cubicBezTo>
                <a:cubicBezTo>
                  <a:pt x="3320604" y="5330286"/>
                  <a:pt x="3320894" y="5324341"/>
                  <a:pt x="3320894" y="5320862"/>
                </a:cubicBezTo>
                <a:cubicBezTo>
                  <a:pt x="3320894" y="5305128"/>
                  <a:pt x="3318950" y="5291386"/>
                  <a:pt x="3315061" y="5279634"/>
                </a:cubicBezTo>
                <a:cubicBezTo>
                  <a:pt x="3311171" y="5267882"/>
                  <a:pt x="3305875" y="5258199"/>
                  <a:pt x="3299171" y="5250585"/>
                </a:cubicBezTo>
                <a:cubicBezTo>
                  <a:pt x="3292466" y="5242970"/>
                  <a:pt x="3284648" y="5237359"/>
                  <a:pt x="3275716" y="5233752"/>
                </a:cubicBezTo>
                <a:cubicBezTo>
                  <a:pt x="3266784" y="5230146"/>
                  <a:pt x="3257713" y="5228342"/>
                  <a:pt x="3248501" y="5228342"/>
                </a:cubicBezTo>
                <a:close/>
                <a:moveTo>
                  <a:pt x="3877014" y="5221832"/>
                </a:moveTo>
                <a:lnTo>
                  <a:pt x="3880701" y="5226066"/>
                </a:lnTo>
                <a:cubicBezTo>
                  <a:pt x="3886792" y="5231495"/>
                  <a:pt x="3893702" y="5236821"/>
                  <a:pt x="3901431" y="5242046"/>
                </a:cubicBezTo>
                <a:cubicBezTo>
                  <a:pt x="3909159" y="5247270"/>
                  <a:pt x="3917312" y="5252240"/>
                  <a:pt x="3925889" y="5256957"/>
                </a:cubicBezTo>
                <a:cubicBezTo>
                  <a:pt x="3934467" y="5261675"/>
                  <a:pt x="3944645" y="5267219"/>
                  <a:pt x="3956424" y="5273591"/>
                </a:cubicBezTo>
                <a:cubicBezTo>
                  <a:pt x="3963023" y="5277046"/>
                  <a:pt x="3970930" y="5281355"/>
                  <a:pt x="3980146" y="5286518"/>
                </a:cubicBezTo>
                <a:cubicBezTo>
                  <a:pt x="3989362" y="5291680"/>
                  <a:pt x="3998312" y="5297270"/>
                  <a:pt x="4006996" y="5303287"/>
                </a:cubicBezTo>
                <a:cubicBezTo>
                  <a:pt x="4015680" y="5309304"/>
                  <a:pt x="4023748" y="5315884"/>
                  <a:pt x="4031197" y="5323025"/>
                </a:cubicBezTo>
                <a:cubicBezTo>
                  <a:pt x="4038647" y="5330166"/>
                  <a:pt x="4045146" y="5338153"/>
                  <a:pt x="4050694" y="5346985"/>
                </a:cubicBezTo>
                <a:cubicBezTo>
                  <a:pt x="4056243" y="5355817"/>
                  <a:pt x="4060646" y="5365635"/>
                  <a:pt x="4063902" y="5376439"/>
                </a:cubicBezTo>
                <a:cubicBezTo>
                  <a:pt x="4067159" y="5387243"/>
                  <a:pt x="4068788" y="5399062"/>
                  <a:pt x="4068788" y="5411896"/>
                </a:cubicBezTo>
                <a:cubicBezTo>
                  <a:pt x="4068788" y="5432902"/>
                  <a:pt x="4065876" y="5451632"/>
                  <a:pt x="4060055" y="5468087"/>
                </a:cubicBezTo>
                <a:cubicBezTo>
                  <a:pt x="4054233" y="5484542"/>
                  <a:pt x="4046392" y="5498912"/>
                  <a:pt x="4036532" y="5511197"/>
                </a:cubicBezTo>
                <a:cubicBezTo>
                  <a:pt x="4026672" y="5523482"/>
                  <a:pt x="4015523" y="5533746"/>
                  <a:pt x="4003085" y="5541989"/>
                </a:cubicBezTo>
                <a:cubicBezTo>
                  <a:pt x="3990646" y="5550231"/>
                  <a:pt x="3977561" y="5556926"/>
                  <a:pt x="3963829" y="5562074"/>
                </a:cubicBezTo>
                <a:cubicBezTo>
                  <a:pt x="3950097" y="5567221"/>
                  <a:pt x="3936758" y="5570862"/>
                  <a:pt x="3923811" y="5572997"/>
                </a:cubicBezTo>
                <a:cubicBezTo>
                  <a:pt x="3910864" y="5575132"/>
                  <a:pt x="3898441" y="5576199"/>
                  <a:pt x="3886541" y="5576199"/>
                </a:cubicBezTo>
                <a:cubicBezTo>
                  <a:pt x="3871145" y="5576199"/>
                  <a:pt x="3857009" y="5575200"/>
                  <a:pt x="3844134" y="5573203"/>
                </a:cubicBezTo>
                <a:cubicBezTo>
                  <a:pt x="3831260" y="5571205"/>
                  <a:pt x="3819667" y="5568474"/>
                  <a:pt x="3809358" y="5565011"/>
                </a:cubicBezTo>
                <a:cubicBezTo>
                  <a:pt x="3799047" y="5561547"/>
                  <a:pt x="3790339" y="5557115"/>
                  <a:pt x="3783231" y="5551714"/>
                </a:cubicBezTo>
                <a:cubicBezTo>
                  <a:pt x="3776123" y="5546313"/>
                  <a:pt x="3772570" y="5539899"/>
                  <a:pt x="3772570" y="5532471"/>
                </a:cubicBezTo>
                <a:cubicBezTo>
                  <a:pt x="3772570" y="5522509"/>
                  <a:pt x="3772900" y="5508361"/>
                  <a:pt x="3773560" y="5490028"/>
                </a:cubicBezTo>
                <a:lnTo>
                  <a:pt x="3774452" y="5469724"/>
                </a:lnTo>
                <a:lnTo>
                  <a:pt x="3798378" y="5417338"/>
                </a:lnTo>
                <a:lnTo>
                  <a:pt x="3817138" y="5418248"/>
                </a:lnTo>
                <a:cubicBezTo>
                  <a:pt x="3816568" y="5428331"/>
                  <a:pt x="3816243" y="5434271"/>
                  <a:pt x="3816163" y="5436067"/>
                </a:cubicBezTo>
                <a:cubicBezTo>
                  <a:pt x="3816082" y="5437864"/>
                  <a:pt x="3816042" y="5441258"/>
                  <a:pt x="3816042" y="5446251"/>
                </a:cubicBezTo>
                <a:cubicBezTo>
                  <a:pt x="3816042" y="5462078"/>
                  <a:pt x="3818018" y="5475142"/>
                  <a:pt x="3821970" y="5485444"/>
                </a:cubicBezTo>
                <a:cubicBezTo>
                  <a:pt x="3825923" y="5495746"/>
                  <a:pt x="3831484" y="5504069"/>
                  <a:pt x="3838655" y="5510414"/>
                </a:cubicBezTo>
                <a:cubicBezTo>
                  <a:pt x="3845825" y="5516759"/>
                  <a:pt x="3854626" y="5521408"/>
                  <a:pt x="3865058" y="5524361"/>
                </a:cubicBezTo>
                <a:cubicBezTo>
                  <a:pt x="3875490" y="5527315"/>
                  <a:pt x="3887611" y="5528791"/>
                  <a:pt x="3901422" y="5528791"/>
                </a:cubicBezTo>
                <a:cubicBezTo>
                  <a:pt x="3914956" y="5528791"/>
                  <a:pt x="3927696" y="5526946"/>
                  <a:pt x="3939642" y="5523256"/>
                </a:cubicBezTo>
                <a:cubicBezTo>
                  <a:pt x="3951588" y="5519565"/>
                  <a:pt x="3961977" y="5514121"/>
                  <a:pt x="3970810" y="5506924"/>
                </a:cubicBezTo>
                <a:cubicBezTo>
                  <a:pt x="3979643" y="5499727"/>
                  <a:pt x="3986705" y="5490738"/>
                  <a:pt x="3991995" y="5479957"/>
                </a:cubicBezTo>
                <a:cubicBezTo>
                  <a:pt x="3997286" y="5469176"/>
                  <a:pt x="3999931" y="5456702"/>
                  <a:pt x="3999931" y="5442533"/>
                </a:cubicBezTo>
                <a:cubicBezTo>
                  <a:pt x="3999931" y="5433645"/>
                  <a:pt x="3998733" y="5425541"/>
                  <a:pt x="3996335" y="5418220"/>
                </a:cubicBezTo>
                <a:cubicBezTo>
                  <a:pt x="3993937" y="5410900"/>
                  <a:pt x="3990566" y="5404062"/>
                  <a:pt x="3986221" y="5397708"/>
                </a:cubicBezTo>
                <a:cubicBezTo>
                  <a:pt x="3981876" y="5391354"/>
                  <a:pt x="3976745" y="5385518"/>
                  <a:pt x="3970828" y="5380201"/>
                </a:cubicBezTo>
                <a:cubicBezTo>
                  <a:pt x="3964910" y="5374884"/>
                  <a:pt x="3958104" y="5369623"/>
                  <a:pt x="3950408" y="5364419"/>
                </a:cubicBezTo>
                <a:cubicBezTo>
                  <a:pt x="3942712" y="5359215"/>
                  <a:pt x="3935812" y="5354514"/>
                  <a:pt x="3929709" y="5350316"/>
                </a:cubicBezTo>
                <a:cubicBezTo>
                  <a:pt x="3923606" y="5346119"/>
                  <a:pt x="3914158" y="5341280"/>
                  <a:pt x="3901366" y="5335799"/>
                </a:cubicBezTo>
                <a:cubicBezTo>
                  <a:pt x="3893302" y="5331445"/>
                  <a:pt x="3884351" y="5326436"/>
                  <a:pt x="3874516" y="5320772"/>
                </a:cubicBezTo>
                <a:lnTo>
                  <a:pt x="3846893" y="5303011"/>
                </a:lnTo>
                <a:close/>
                <a:moveTo>
                  <a:pt x="3929567" y="5080197"/>
                </a:moveTo>
                <a:lnTo>
                  <a:pt x="3877014" y="5221832"/>
                </a:lnTo>
                <a:lnTo>
                  <a:pt x="3864738" y="5207734"/>
                </a:lnTo>
                <a:cubicBezTo>
                  <a:pt x="3860189" y="5200942"/>
                  <a:pt x="3856698" y="5193739"/>
                  <a:pt x="3854265" y="5186125"/>
                </a:cubicBezTo>
                <a:cubicBezTo>
                  <a:pt x="3851833" y="5178512"/>
                  <a:pt x="3850617" y="5169666"/>
                  <a:pt x="3850617" y="5159587"/>
                </a:cubicBezTo>
                <a:cubicBezTo>
                  <a:pt x="3850617" y="5147637"/>
                  <a:pt x="3852758" y="5136796"/>
                  <a:pt x="3857039" y="5127065"/>
                </a:cubicBezTo>
                <a:cubicBezTo>
                  <a:pt x="3861320" y="5117335"/>
                  <a:pt x="3867245" y="5108914"/>
                  <a:pt x="3874814" y="5101802"/>
                </a:cubicBezTo>
                <a:cubicBezTo>
                  <a:pt x="3882384" y="5094691"/>
                  <a:pt x="3891430" y="5089117"/>
                  <a:pt x="3901954" y="5085078"/>
                </a:cubicBezTo>
                <a:close/>
                <a:moveTo>
                  <a:pt x="6470788" y="5062254"/>
                </a:moveTo>
                <a:cubicBezTo>
                  <a:pt x="6477020" y="5062254"/>
                  <a:pt x="6482696" y="5063438"/>
                  <a:pt x="6487817" y="5065808"/>
                </a:cubicBezTo>
                <a:cubicBezTo>
                  <a:pt x="6492938" y="5068178"/>
                  <a:pt x="6497369" y="5071473"/>
                  <a:pt x="6501112" y="5075694"/>
                </a:cubicBezTo>
                <a:cubicBezTo>
                  <a:pt x="6504855" y="5079914"/>
                  <a:pt x="6507660" y="5084560"/>
                  <a:pt x="6509527" y="5089630"/>
                </a:cubicBezTo>
                <a:cubicBezTo>
                  <a:pt x="6511395" y="5094701"/>
                  <a:pt x="6512328" y="5100149"/>
                  <a:pt x="6512328" y="5105974"/>
                </a:cubicBezTo>
                <a:cubicBezTo>
                  <a:pt x="6512328" y="5112083"/>
                  <a:pt x="6511298" y="5118101"/>
                  <a:pt x="6509236" y="5124027"/>
                </a:cubicBezTo>
                <a:cubicBezTo>
                  <a:pt x="6507175" y="5129954"/>
                  <a:pt x="6504193" y="5135458"/>
                  <a:pt x="6500291" y="5140542"/>
                </a:cubicBezTo>
                <a:cubicBezTo>
                  <a:pt x="6496389" y="5145625"/>
                  <a:pt x="6491622" y="5149736"/>
                  <a:pt x="6485991" y="5152874"/>
                </a:cubicBezTo>
                <a:cubicBezTo>
                  <a:pt x="6480360" y="5156012"/>
                  <a:pt x="6474053" y="5157582"/>
                  <a:pt x="6467070" y="5157582"/>
                </a:cubicBezTo>
                <a:cubicBezTo>
                  <a:pt x="6460249" y="5157582"/>
                  <a:pt x="6454303" y="5156220"/>
                  <a:pt x="6449233" y="5153497"/>
                </a:cubicBezTo>
                <a:cubicBezTo>
                  <a:pt x="6444162" y="5150774"/>
                  <a:pt x="6439879" y="5147250"/>
                  <a:pt x="6436382" y="5142924"/>
                </a:cubicBezTo>
                <a:cubicBezTo>
                  <a:pt x="6432886" y="5138599"/>
                  <a:pt x="6430240" y="5133697"/>
                  <a:pt x="6428443" y="5128218"/>
                </a:cubicBezTo>
                <a:cubicBezTo>
                  <a:pt x="6426647" y="5122739"/>
                  <a:pt x="6425749" y="5117149"/>
                  <a:pt x="6425749" y="5111447"/>
                </a:cubicBezTo>
                <a:cubicBezTo>
                  <a:pt x="6425749" y="5103655"/>
                  <a:pt x="6427067" y="5096726"/>
                  <a:pt x="6429703" y="5090661"/>
                </a:cubicBezTo>
                <a:cubicBezTo>
                  <a:pt x="6432339" y="5084596"/>
                  <a:pt x="6435855" y="5079412"/>
                  <a:pt x="6440251" y="5075108"/>
                </a:cubicBezTo>
                <a:cubicBezTo>
                  <a:pt x="6444647" y="5070803"/>
                  <a:pt x="6449536" y="5067585"/>
                  <a:pt x="6454919" y="5065452"/>
                </a:cubicBezTo>
                <a:cubicBezTo>
                  <a:pt x="6460301" y="5063320"/>
                  <a:pt x="6465591" y="5062254"/>
                  <a:pt x="6470788" y="5062254"/>
                </a:cubicBezTo>
                <a:close/>
                <a:moveTo>
                  <a:pt x="774838" y="5062254"/>
                </a:moveTo>
                <a:cubicBezTo>
                  <a:pt x="769641" y="5062254"/>
                  <a:pt x="764351" y="5063320"/>
                  <a:pt x="758969" y="5065452"/>
                </a:cubicBezTo>
                <a:cubicBezTo>
                  <a:pt x="753587" y="5067585"/>
                  <a:pt x="748697" y="5070803"/>
                  <a:pt x="744301" y="5075108"/>
                </a:cubicBezTo>
                <a:cubicBezTo>
                  <a:pt x="739905" y="5079412"/>
                  <a:pt x="736389" y="5084596"/>
                  <a:pt x="733753" y="5090661"/>
                </a:cubicBezTo>
                <a:cubicBezTo>
                  <a:pt x="731117" y="5096726"/>
                  <a:pt x="729799" y="5103655"/>
                  <a:pt x="729799" y="5111447"/>
                </a:cubicBezTo>
                <a:cubicBezTo>
                  <a:pt x="729799" y="5117149"/>
                  <a:pt x="730697" y="5122739"/>
                  <a:pt x="732494" y="5128218"/>
                </a:cubicBezTo>
                <a:cubicBezTo>
                  <a:pt x="734290" y="5133697"/>
                  <a:pt x="736936" y="5138599"/>
                  <a:pt x="740433" y="5142924"/>
                </a:cubicBezTo>
                <a:cubicBezTo>
                  <a:pt x="743929" y="5147250"/>
                  <a:pt x="748212" y="5150774"/>
                  <a:pt x="753283" y="5153497"/>
                </a:cubicBezTo>
                <a:cubicBezTo>
                  <a:pt x="758354" y="5156220"/>
                  <a:pt x="764299" y="5157582"/>
                  <a:pt x="771120" y="5157582"/>
                </a:cubicBezTo>
                <a:cubicBezTo>
                  <a:pt x="778103" y="5157582"/>
                  <a:pt x="784410" y="5156012"/>
                  <a:pt x="790041" y="5152874"/>
                </a:cubicBezTo>
                <a:cubicBezTo>
                  <a:pt x="795672" y="5149736"/>
                  <a:pt x="800439" y="5145625"/>
                  <a:pt x="804341" y="5140542"/>
                </a:cubicBezTo>
                <a:cubicBezTo>
                  <a:pt x="808243" y="5135458"/>
                  <a:pt x="811225" y="5129954"/>
                  <a:pt x="813286" y="5124027"/>
                </a:cubicBezTo>
                <a:cubicBezTo>
                  <a:pt x="815348" y="5118101"/>
                  <a:pt x="816379" y="5112083"/>
                  <a:pt x="816379" y="5105974"/>
                </a:cubicBezTo>
                <a:cubicBezTo>
                  <a:pt x="816379" y="5100149"/>
                  <a:pt x="815445" y="5094701"/>
                  <a:pt x="813578" y="5089630"/>
                </a:cubicBezTo>
                <a:cubicBezTo>
                  <a:pt x="811711" y="5084560"/>
                  <a:pt x="808905" y="5079914"/>
                  <a:pt x="805163" y="5075694"/>
                </a:cubicBezTo>
                <a:cubicBezTo>
                  <a:pt x="801420" y="5071473"/>
                  <a:pt x="796988" y="5068178"/>
                  <a:pt x="791867" y="5065808"/>
                </a:cubicBezTo>
                <a:cubicBezTo>
                  <a:pt x="786747" y="5063438"/>
                  <a:pt x="781070" y="5062254"/>
                  <a:pt x="774838" y="5062254"/>
                </a:cubicBezTo>
                <a:close/>
                <a:moveTo>
                  <a:pt x="1577565" y="5043215"/>
                </a:moveTo>
                <a:cubicBezTo>
                  <a:pt x="1566994" y="5043215"/>
                  <a:pt x="1553982" y="5044533"/>
                  <a:pt x="1538531" y="5047169"/>
                </a:cubicBezTo>
                <a:cubicBezTo>
                  <a:pt x="1523079" y="5049805"/>
                  <a:pt x="1501894" y="5054683"/>
                  <a:pt x="1474975" y="5061804"/>
                </a:cubicBezTo>
                <a:lnTo>
                  <a:pt x="1478299" y="5095653"/>
                </a:lnTo>
                <a:cubicBezTo>
                  <a:pt x="1492517" y="5094418"/>
                  <a:pt x="1502900" y="5093562"/>
                  <a:pt x="1509450" y="5093085"/>
                </a:cubicBezTo>
                <a:cubicBezTo>
                  <a:pt x="1516000" y="5092609"/>
                  <a:pt x="1521491" y="5092370"/>
                  <a:pt x="1525923" y="5092370"/>
                </a:cubicBezTo>
                <a:cubicBezTo>
                  <a:pt x="1532053" y="5092370"/>
                  <a:pt x="1536597" y="5092847"/>
                  <a:pt x="1539556" y="5093801"/>
                </a:cubicBezTo>
                <a:cubicBezTo>
                  <a:pt x="1542515" y="5094754"/>
                  <a:pt x="1544614" y="5096042"/>
                  <a:pt x="1545851" y="5097665"/>
                </a:cubicBezTo>
                <a:cubicBezTo>
                  <a:pt x="1547088" y="5099289"/>
                  <a:pt x="1547984" y="5102169"/>
                  <a:pt x="1548540" y="5106307"/>
                </a:cubicBezTo>
                <a:cubicBezTo>
                  <a:pt x="1549096" y="5110445"/>
                  <a:pt x="1549374" y="5115513"/>
                  <a:pt x="1549374" y="5121510"/>
                </a:cubicBezTo>
                <a:cubicBezTo>
                  <a:pt x="1549374" y="5145000"/>
                  <a:pt x="1549302" y="5169311"/>
                  <a:pt x="1549157" y="5194444"/>
                </a:cubicBezTo>
                <a:cubicBezTo>
                  <a:pt x="1549013" y="5219578"/>
                  <a:pt x="1548722" y="5245122"/>
                  <a:pt x="1548284" y="5271078"/>
                </a:cubicBezTo>
                <a:cubicBezTo>
                  <a:pt x="1547845" y="5297033"/>
                  <a:pt x="1547191" y="5322935"/>
                  <a:pt x="1546320" y="5348785"/>
                </a:cubicBezTo>
                <a:cubicBezTo>
                  <a:pt x="1545449" y="5374635"/>
                  <a:pt x="1544397" y="5399888"/>
                  <a:pt x="1543163" y="5424544"/>
                </a:cubicBezTo>
                <a:cubicBezTo>
                  <a:pt x="1541929" y="5449201"/>
                  <a:pt x="1540406" y="5472961"/>
                  <a:pt x="1538592" y="5495825"/>
                </a:cubicBezTo>
                <a:cubicBezTo>
                  <a:pt x="1536778" y="5518689"/>
                  <a:pt x="1534609" y="5543316"/>
                  <a:pt x="1532086" y="5569708"/>
                </a:cubicBezTo>
                <a:lnTo>
                  <a:pt x="1545875" y="5571166"/>
                </a:lnTo>
                <a:cubicBezTo>
                  <a:pt x="1563162" y="5567136"/>
                  <a:pt x="1579364" y="5564304"/>
                  <a:pt x="1594481" y="5562672"/>
                </a:cubicBezTo>
                <a:cubicBezTo>
                  <a:pt x="1609597" y="5561039"/>
                  <a:pt x="1623508" y="5560223"/>
                  <a:pt x="1636211" y="5560223"/>
                </a:cubicBezTo>
                <a:cubicBezTo>
                  <a:pt x="1650334" y="5560223"/>
                  <a:pt x="1663589" y="5560927"/>
                  <a:pt x="1675976" y="5562335"/>
                </a:cubicBezTo>
                <a:cubicBezTo>
                  <a:pt x="1688364" y="5563743"/>
                  <a:pt x="1699838" y="5565322"/>
                  <a:pt x="1710398" y="5567071"/>
                </a:cubicBezTo>
                <a:cubicBezTo>
                  <a:pt x="1720957" y="5568819"/>
                  <a:pt x="1731309" y="5570486"/>
                  <a:pt x="1741453" y="5572071"/>
                </a:cubicBezTo>
                <a:cubicBezTo>
                  <a:pt x="1751596" y="5573656"/>
                  <a:pt x="1761011" y="5574448"/>
                  <a:pt x="1769696" y="5574448"/>
                </a:cubicBezTo>
                <a:cubicBezTo>
                  <a:pt x="1781258" y="5574448"/>
                  <a:pt x="1791762" y="5572238"/>
                  <a:pt x="1801207" y="5567819"/>
                </a:cubicBezTo>
                <a:cubicBezTo>
                  <a:pt x="1810651" y="5563399"/>
                  <a:pt x="1818482" y="5555832"/>
                  <a:pt x="1824699" y="5545116"/>
                </a:cubicBezTo>
                <a:cubicBezTo>
                  <a:pt x="1830916" y="5534400"/>
                  <a:pt x="1835624" y="5520191"/>
                  <a:pt x="1838823" y="5502487"/>
                </a:cubicBezTo>
                <a:cubicBezTo>
                  <a:pt x="1842022" y="5484784"/>
                  <a:pt x="1843694" y="5460346"/>
                  <a:pt x="1843841" y="5429173"/>
                </a:cubicBezTo>
                <a:lnTo>
                  <a:pt x="1807372" y="5426595"/>
                </a:lnTo>
                <a:cubicBezTo>
                  <a:pt x="1805095" y="5448927"/>
                  <a:pt x="1802431" y="5465314"/>
                  <a:pt x="1799381" y="5475757"/>
                </a:cubicBezTo>
                <a:cubicBezTo>
                  <a:pt x="1796330" y="5486201"/>
                  <a:pt x="1792719" y="5494183"/>
                  <a:pt x="1788550" y="5499702"/>
                </a:cubicBezTo>
                <a:cubicBezTo>
                  <a:pt x="1784380" y="5505221"/>
                  <a:pt x="1779590" y="5509006"/>
                  <a:pt x="1774178" y="5511056"/>
                </a:cubicBezTo>
                <a:cubicBezTo>
                  <a:pt x="1768767" y="5513106"/>
                  <a:pt x="1762094" y="5514131"/>
                  <a:pt x="1754160" y="5514131"/>
                </a:cubicBezTo>
                <a:cubicBezTo>
                  <a:pt x="1740256" y="5514131"/>
                  <a:pt x="1726771" y="5513730"/>
                  <a:pt x="1713706" y="5512927"/>
                </a:cubicBezTo>
                <a:cubicBezTo>
                  <a:pt x="1700641" y="5512125"/>
                  <a:pt x="1687209" y="5511724"/>
                  <a:pt x="1673413" y="5511724"/>
                </a:cubicBezTo>
                <a:cubicBezTo>
                  <a:pt x="1663492" y="5511724"/>
                  <a:pt x="1651778" y="5512241"/>
                  <a:pt x="1638271" y="5513274"/>
                </a:cubicBezTo>
                <a:cubicBezTo>
                  <a:pt x="1624764" y="5514308"/>
                  <a:pt x="1614801" y="5515686"/>
                  <a:pt x="1608383" y="5517410"/>
                </a:cubicBezTo>
                <a:cubicBezTo>
                  <a:pt x="1609713" y="5509768"/>
                  <a:pt x="1611001" y="5496059"/>
                  <a:pt x="1612248" y="5476281"/>
                </a:cubicBezTo>
                <a:cubicBezTo>
                  <a:pt x="1613494" y="5456503"/>
                  <a:pt x="1614665" y="5435584"/>
                  <a:pt x="1615760" y="5413525"/>
                </a:cubicBezTo>
                <a:cubicBezTo>
                  <a:pt x="1616856" y="5391466"/>
                  <a:pt x="1617842" y="5368722"/>
                  <a:pt x="1618720" y="5345293"/>
                </a:cubicBezTo>
                <a:cubicBezTo>
                  <a:pt x="1619598" y="5321865"/>
                  <a:pt x="1620368" y="5299000"/>
                  <a:pt x="1621031" y="5276699"/>
                </a:cubicBezTo>
                <a:cubicBezTo>
                  <a:pt x="1621694" y="5254398"/>
                  <a:pt x="1622280" y="5233364"/>
                  <a:pt x="1622791" y="5213596"/>
                </a:cubicBezTo>
                <a:cubicBezTo>
                  <a:pt x="1623301" y="5193829"/>
                  <a:pt x="1623739" y="5176468"/>
                  <a:pt x="1624104" y="5161514"/>
                </a:cubicBezTo>
                <a:cubicBezTo>
                  <a:pt x="1624469" y="5146561"/>
                  <a:pt x="1624748" y="5133078"/>
                  <a:pt x="1624941" y="5121066"/>
                </a:cubicBezTo>
                <a:cubicBezTo>
                  <a:pt x="1625038" y="5115060"/>
                  <a:pt x="1625110" y="5111200"/>
                  <a:pt x="1625158" y="5109487"/>
                </a:cubicBezTo>
                <a:lnTo>
                  <a:pt x="1625179" y="5109125"/>
                </a:lnTo>
                <a:lnTo>
                  <a:pt x="1625231" y="5110788"/>
                </a:lnTo>
                <a:cubicBezTo>
                  <a:pt x="1625231" y="5109498"/>
                  <a:pt x="1625225" y="5108745"/>
                  <a:pt x="1625213" y="5108528"/>
                </a:cubicBezTo>
                <a:lnTo>
                  <a:pt x="1625179" y="5109125"/>
                </a:lnTo>
                <a:lnTo>
                  <a:pt x="1624449" y="5085732"/>
                </a:lnTo>
                <a:cubicBezTo>
                  <a:pt x="1623928" y="5077049"/>
                  <a:pt x="1622116" y="5069462"/>
                  <a:pt x="1619013" y="5062970"/>
                </a:cubicBezTo>
                <a:cubicBezTo>
                  <a:pt x="1615910" y="5056479"/>
                  <a:pt x="1610971" y="5051564"/>
                  <a:pt x="1604195" y="5048224"/>
                </a:cubicBezTo>
                <a:cubicBezTo>
                  <a:pt x="1597420" y="5044885"/>
                  <a:pt x="1588543" y="5043215"/>
                  <a:pt x="1577565" y="5043215"/>
                </a:cubicBezTo>
                <a:close/>
                <a:moveTo>
                  <a:pt x="405990" y="5043215"/>
                </a:moveTo>
                <a:cubicBezTo>
                  <a:pt x="395418" y="5043215"/>
                  <a:pt x="382407" y="5044533"/>
                  <a:pt x="366956" y="5047169"/>
                </a:cubicBezTo>
                <a:cubicBezTo>
                  <a:pt x="351504" y="5049805"/>
                  <a:pt x="330319" y="5054683"/>
                  <a:pt x="303400" y="5061804"/>
                </a:cubicBezTo>
                <a:lnTo>
                  <a:pt x="306724" y="5095653"/>
                </a:lnTo>
                <a:cubicBezTo>
                  <a:pt x="320942" y="5094418"/>
                  <a:pt x="331325" y="5093562"/>
                  <a:pt x="337875" y="5093085"/>
                </a:cubicBezTo>
                <a:cubicBezTo>
                  <a:pt x="344424" y="5092609"/>
                  <a:pt x="349915" y="5092370"/>
                  <a:pt x="354348" y="5092370"/>
                </a:cubicBezTo>
                <a:cubicBezTo>
                  <a:pt x="360477" y="5092370"/>
                  <a:pt x="365022" y="5092847"/>
                  <a:pt x="367981" y="5093801"/>
                </a:cubicBezTo>
                <a:cubicBezTo>
                  <a:pt x="370940" y="5094754"/>
                  <a:pt x="373038" y="5096042"/>
                  <a:pt x="374275" y="5097665"/>
                </a:cubicBezTo>
                <a:cubicBezTo>
                  <a:pt x="375513" y="5099289"/>
                  <a:pt x="376409" y="5102169"/>
                  <a:pt x="376965" y="5106307"/>
                </a:cubicBezTo>
                <a:cubicBezTo>
                  <a:pt x="377521" y="5110445"/>
                  <a:pt x="377798" y="5115513"/>
                  <a:pt x="377798" y="5121510"/>
                </a:cubicBezTo>
                <a:cubicBezTo>
                  <a:pt x="377798" y="5145000"/>
                  <a:pt x="377727" y="5169311"/>
                  <a:pt x="377582" y="5194444"/>
                </a:cubicBezTo>
                <a:cubicBezTo>
                  <a:pt x="377438" y="5219578"/>
                  <a:pt x="377147" y="5245122"/>
                  <a:pt x="376708" y="5271078"/>
                </a:cubicBezTo>
                <a:cubicBezTo>
                  <a:pt x="376270" y="5297033"/>
                  <a:pt x="375615" y="5322935"/>
                  <a:pt x="374745" y="5348785"/>
                </a:cubicBezTo>
                <a:cubicBezTo>
                  <a:pt x="373874" y="5374635"/>
                  <a:pt x="372822" y="5399888"/>
                  <a:pt x="371588" y="5424544"/>
                </a:cubicBezTo>
                <a:cubicBezTo>
                  <a:pt x="370354" y="5449201"/>
                  <a:pt x="368831" y="5472961"/>
                  <a:pt x="367017" y="5495825"/>
                </a:cubicBezTo>
                <a:cubicBezTo>
                  <a:pt x="365203" y="5518689"/>
                  <a:pt x="363034" y="5543316"/>
                  <a:pt x="360511" y="5569708"/>
                </a:cubicBezTo>
                <a:lnTo>
                  <a:pt x="374300" y="5571166"/>
                </a:lnTo>
                <a:cubicBezTo>
                  <a:pt x="391587" y="5567136"/>
                  <a:pt x="407789" y="5564304"/>
                  <a:pt x="422906" y="5562672"/>
                </a:cubicBezTo>
                <a:cubicBezTo>
                  <a:pt x="438022" y="5561039"/>
                  <a:pt x="451932" y="5560223"/>
                  <a:pt x="464636" y="5560223"/>
                </a:cubicBezTo>
                <a:cubicBezTo>
                  <a:pt x="478759" y="5560223"/>
                  <a:pt x="492014" y="5560927"/>
                  <a:pt x="504401" y="5562335"/>
                </a:cubicBezTo>
                <a:cubicBezTo>
                  <a:pt x="516789" y="5563743"/>
                  <a:pt x="528263" y="5565322"/>
                  <a:pt x="538822" y="5567071"/>
                </a:cubicBezTo>
                <a:cubicBezTo>
                  <a:pt x="549382" y="5568819"/>
                  <a:pt x="559734" y="5570486"/>
                  <a:pt x="569878" y="5572071"/>
                </a:cubicBezTo>
                <a:cubicBezTo>
                  <a:pt x="580021" y="5573656"/>
                  <a:pt x="589436" y="5574448"/>
                  <a:pt x="598121" y="5574448"/>
                </a:cubicBezTo>
                <a:cubicBezTo>
                  <a:pt x="609683" y="5574448"/>
                  <a:pt x="620187" y="5572238"/>
                  <a:pt x="629631" y="5567819"/>
                </a:cubicBezTo>
                <a:cubicBezTo>
                  <a:pt x="639076" y="5563399"/>
                  <a:pt x="646907" y="5555832"/>
                  <a:pt x="653124" y="5545116"/>
                </a:cubicBezTo>
                <a:cubicBezTo>
                  <a:pt x="659341" y="5534400"/>
                  <a:pt x="664049" y="5520191"/>
                  <a:pt x="667248" y="5502487"/>
                </a:cubicBezTo>
                <a:cubicBezTo>
                  <a:pt x="670446" y="5484784"/>
                  <a:pt x="672119" y="5460346"/>
                  <a:pt x="672265" y="5429173"/>
                </a:cubicBezTo>
                <a:lnTo>
                  <a:pt x="635797" y="5426595"/>
                </a:lnTo>
                <a:cubicBezTo>
                  <a:pt x="633520" y="5448927"/>
                  <a:pt x="630856" y="5465314"/>
                  <a:pt x="627805" y="5475757"/>
                </a:cubicBezTo>
                <a:cubicBezTo>
                  <a:pt x="624754" y="5486201"/>
                  <a:pt x="621144" y="5494183"/>
                  <a:pt x="616975" y="5499702"/>
                </a:cubicBezTo>
                <a:cubicBezTo>
                  <a:pt x="612805" y="5505221"/>
                  <a:pt x="608015" y="5509006"/>
                  <a:pt x="602603" y="5511056"/>
                </a:cubicBezTo>
                <a:cubicBezTo>
                  <a:pt x="597192" y="5513106"/>
                  <a:pt x="590519" y="5514131"/>
                  <a:pt x="582585" y="5514131"/>
                </a:cubicBezTo>
                <a:cubicBezTo>
                  <a:pt x="568681" y="5514131"/>
                  <a:pt x="555196" y="5513730"/>
                  <a:pt x="542131" y="5512927"/>
                </a:cubicBezTo>
                <a:cubicBezTo>
                  <a:pt x="529065" y="5512125"/>
                  <a:pt x="515634" y="5511724"/>
                  <a:pt x="501838" y="5511724"/>
                </a:cubicBezTo>
                <a:cubicBezTo>
                  <a:pt x="491917" y="5511724"/>
                  <a:pt x="480203" y="5512241"/>
                  <a:pt x="466696" y="5513274"/>
                </a:cubicBezTo>
                <a:cubicBezTo>
                  <a:pt x="453189" y="5514308"/>
                  <a:pt x="443226" y="5515686"/>
                  <a:pt x="436808" y="5517410"/>
                </a:cubicBezTo>
                <a:cubicBezTo>
                  <a:pt x="438138" y="5509768"/>
                  <a:pt x="439426" y="5496059"/>
                  <a:pt x="440673" y="5476281"/>
                </a:cubicBezTo>
                <a:cubicBezTo>
                  <a:pt x="441919" y="5456503"/>
                  <a:pt x="443090" y="5435584"/>
                  <a:pt x="444185" y="5413525"/>
                </a:cubicBezTo>
                <a:cubicBezTo>
                  <a:pt x="445281" y="5391466"/>
                  <a:pt x="446267" y="5368722"/>
                  <a:pt x="447145" y="5345293"/>
                </a:cubicBezTo>
                <a:cubicBezTo>
                  <a:pt x="448023" y="5321865"/>
                  <a:pt x="448793" y="5299000"/>
                  <a:pt x="449456" y="5276699"/>
                </a:cubicBezTo>
                <a:cubicBezTo>
                  <a:pt x="450119" y="5254398"/>
                  <a:pt x="450705" y="5233364"/>
                  <a:pt x="451216" y="5213596"/>
                </a:cubicBezTo>
                <a:cubicBezTo>
                  <a:pt x="451726" y="5193829"/>
                  <a:pt x="452164" y="5176468"/>
                  <a:pt x="452529" y="5161514"/>
                </a:cubicBezTo>
                <a:cubicBezTo>
                  <a:pt x="452894" y="5146561"/>
                  <a:pt x="453173" y="5133078"/>
                  <a:pt x="453366" y="5121066"/>
                </a:cubicBezTo>
                <a:cubicBezTo>
                  <a:pt x="453463" y="5115060"/>
                  <a:pt x="453535" y="5111200"/>
                  <a:pt x="453583" y="5109487"/>
                </a:cubicBezTo>
                <a:lnTo>
                  <a:pt x="453604" y="5109125"/>
                </a:lnTo>
                <a:lnTo>
                  <a:pt x="453655" y="5110788"/>
                </a:lnTo>
                <a:cubicBezTo>
                  <a:pt x="453655" y="5109498"/>
                  <a:pt x="453649" y="5108745"/>
                  <a:pt x="453637" y="5108528"/>
                </a:cubicBezTo>
                <a:lnTo>
                  <a:pt x="453604" y="5109125"/>
                </a:lnTo>
                <a:lnTo>
                  <a:pt x="452874" y="5085732"/>
                </a:lnTo>
                <a:cubicBezTo>
                  <a:pt x="452353" y="5077049"/>
                  <a:pt x="450541" y="5069462"/>
                  <a:pt x="447438" y="5062970"/>
                </a:cubicBezTo>
                <a:cubicBezTo>
                  <a:pt x="444335" y="5056479"/>
                  <a:pt x="439395" y="5051564"/>
                  <a:pt x="432620" y="5048224"/>
                </a:cubicBezTo>
                <a:cubicBezTo>
                  <a:pt x="425845" y="5044885"/>
                  <a:pt x="416968" y="5043215"/>
                  <a:pt x="405990" y="5043215"/>
                </a:cubicBezTo>
                <a:close/>
                <a:moveTo>
                  <a:pt x="5876678" y="5031617"/>
                </a:moveTo>
                <a:cubicBezTo>
                  <a:pt x="5882821" y="5031617"/>
                  <a:pt x="5889877" y="5032055"/>
                  <a:pt x="5897844" y="5032932"/>
                </a:cubicBezTo>
                <a:cubicBezTo>
                  <a:pt x="5905811" y="5033809"/>
                  <a:pt x="5913568" y="5035077"/>
                  <a:pt x="5921117" y="5036738"/>
                </a:cubicBezTo>
                <a:cubicBezTo>
                  <a:pt x="5928665" y="5038398"/>
                  <a:pt x="5935987" y="5040437"/>
                  <a:pt x="5943082" y="5042854"/>
                </a:cubicBezTo>
                <a:cubicBezTo>
                  <a:pt x="5950177" y="5045272"/>
                  <a:pt x="5956673" y="5048166"/>
                  <a:pt x="5962572" y="5051536"/>
                </a:cubicBezTo>
                <a:cubicBezTo>
                  <a:pt x="5968470" y="5054907"/>
                  <a:pt x="5973457" y="5058921"/>
                  <a:pt x="5977533" y="5063577"/>
                </a:cubicBezTo>
                <a:cubicBezTo>
                  <a:pt x="5981608" y="5068234"/>
                  <a:pt x="5983646" y="5073613"/>
                  <a:pt x="5983646" y="5079715"/>
                </a:cubicBezTo>
                <a:cubicBezTo>
                  <a:pt x="5983646" y="5079973"/>
                  <a:pt x="5983549" y="5084316"/>
                  <a:pt x="5983356" y="5092744"/>
                </a:cubicBezTo>
                <a:cubicBezTo>
                  <a:pt x="5983163" y="5101171"/>
                  <a:pt x="5982956" y="5109488"/>
                  <a:pt x="5982735" y="5117694"/>
                </a:cubicBezTo>
                <a:cubicBezTo>
                  <a:pt x="5982514" y="5125901"/>
                  <a:pt x="5982179" y="5134904"/>
                  <a:pt x="5981729" y="5144705"/>
                </a:cubicBezTo>
                <a:cubicBezTo>
                  <a:pt x="5981279" y="5154506"/>
                  <a:pt x="5980611" y="5167332"/>
                  <a:pt x="5979725" y="5183185"/>
                </a:cubicBezTo>
                <a:lnTo>
                  <a:pt x="5939956" y="5181625"/>
                </a:lnTo>
                <a:cubicBezTo>
                  <a:pt x="5940394" y="5170105"/>
                  <a:pt x="5940612" y="5162175"/>
                  <a:pt x="5940612" y="5157836"/>
                </a:cubicBezTo>
                <a:cubicBezTo>
                  <a:pt x="5940612" y="5144707"/>
                  <a:pt x="5938672" y="5133177"/>
                  <a:pt x="5934792" y="5123246"/>
                </a:cubicBezTo>
                <a:cubicBezTo>
                  <a:pt x="5930912" y="5113315"/>
                  <a:pt x="5925580" y="5105148"/>
                  <a:pt x="5918795" y="5098745"/>
                </a:cubicBezTo>
                <a:cubicBezTo>
                  <a:pt x="5912011" y="5092342"/>
                  <a:pt x="5903626" y="5087454"/>
                  <a:pt x="5893641" y="5084081"/>
                </a:cubicBezTo>
                <a:cubicBezTo>
                  <a:pt x="5883655" y="5080708"/>
                  <a:pt x="5872530" y="5079021"/>
                  <a:pt x="5860266" y="5079021"/>
                </a:cubicBezTo>
                <a:cubicBezTo>
                  <a:pt x="5847948" y="5079021"/>
                  <a:pt x="5836527" y="5081040"/>
                  <a:pt x="5826003" y="5085078"/>
                </a:cubicBezTo>
                <a:cubicBezTo>
                  <a:pt x="5815480" y="5089117"/>
                  <a:pt x="5806433" y="5094691"/>
                  <a:pt x="5798864" y="5101802"/>
                </a:cubicBezTo>
                <a:cubicBezTo>
                  <a:pt x="5791294" y="5108914"/>
                  <a:pt x="5785369" y="5117335"/>
                  <a:pt x="5781088" y="5127065"/>
                </a:cubicBezTo>
                <a:cubicBezTo>
                  <a:pt x="5776807" y="5136796"/>
                  <a:pt x="5774666" y="5147637"/>
                  <a:pt x="5774666" y="5159587"/>
                </a:cubicBezTo>
                <a:cubicBezTo>
                  <a:pt x="5774666" y="5169666"/>
                  <a:pt x="5775883" y="5178512"/>
                  <a:pt x="5778315" y="5186125"/>
                </a:cubicBezTo>
                <a:cubicBezTo>
                  <a:pt x="5780747" y="5193739"/>
                  <a:pt x="5784239" y="5200942"/>
                  <a:pt x="5788788" y="5207734"/>
                </a:cubicBezTo>
                <a:cubicBezTo>
                  <a:pt x="5793338" y="5214527"/>
                  <a:pt x="5798659" y="5220638"/>
                  <a:pt x="5804750" y="5226066"/>
                </a:cubicBezTo>
                <a:cubicBezTo>
                  <a:pt x="5810842" y="5231495"/>
                  <a:pt x="5817752" y="5236821"/>
                  <a:pt x="5825480" y="5242046"/>
                </a:cubicBezTo>
                <a:cubicBezTo>
                  <a:pt x="5833209" y="5247270"/>
                  <a:pt x="5841362" y="5252240"/>
                  <a:pt x="5849939" y="5256957"/>
                </a:cubicBezTo>
                <a:cubicBezTo>
                  <a:pt x="5858517" y="5261675"/>
                  <a:pt x="5868694" y="5267219"/>
                  <a:pt x="5880473" y="5273591"/>
                </a:cubicBezTo>
                <a:cubicBezTo>
                  <a:pt x="5887072" y="5277046"/>
                  <a:pt x="5894980" y="5281355"/>
                  <a:pt x="5904196" y="5286518"/>
                </a:cubicBezTo>
                <a:cubicBezTo>
                  <a:pt x="5913411" y="5291680"/>
                  <a:pt x="5922361" y="5297270"/>
                  <a:pt x="5931046" y="5303287"/>
                </a:cubicBezTo>
                <a:cubicBezTo>
                  <a:pt x="5939730" y="5309304"/>
                  <a:pt x="5947797" y="5315884"/>
                  <a:pt x="5955247" y="5323025"/>
                </a:cubicBezTo>
                <a:cubicBezTo>
                  <a:pt x="5962696" y="5330166"/>
                  <a:pt x="5969195" y="5338153"/>
                  <a:pt x="5974744" y="5346985"/>
                </a:cubicBezTo>
                <a:cubicBezTo>
                  <a:pt x="5980292" y="5355817"/>
                  <a:pt x="5984695" y="5365635"/>
                  <a:pt x="5987952" y="5376439"/>
                </a:cubicBezTo>
                <a:cubicBezTo>
                  <a:pt x="5991208" y="5387243"/>
                  <a:pt x="5992837" y="5399062"/>
                  <a:pt x="5992837" y="5411896"/>
                </a:cubicBezTo>
                <a:cubicBezTo>
                  <a:pt x="5992837" y="5432902"/>
                  <a:pt x="5989926" y="5451632"/>
                  <a:pt x="5984104" y="5468087"/>
                </a:cubicBezTo>
                <a:cubicBezTo>
                  <a:pt x="5978283" y="5484542"/>
                  <a:pt x="5970442" y="5498912"/>
                  <a:pt x="5960582" y="5511197"/>
                </a:cubicBezTo>
                <a:cubicBezTo>
                  <a:pt x="5950722" y="5523482"/>
                  <a:pt x="5939573" y="5533746"/>
                  <a:pt x="5927134" y="5541989"/>
                </a:cubicBezTo>
                <a:cubicBezTo>
                  <a:pt x="5914695" y="5550231"/>
                  <a:pt x="5901610" y="5556926"/>
                  <a:pt x="5887878" y="5562074"/>
                </a:cubicBezTo>
                <a:cubicBezTo>
                  <a:pt x="5874146" y="5567221"/>
                  <a:pt x="5860807" y="5570862"/>
                  <a:pt x="5847860" y="5572997"/>
                </a:cubicBezTo>
                <a:cubicBezTo>
                  <a:pt x="5834913" y="5575132"/>
                  <a:pt x="5822490" y="5576199"/>
                  <a:pt x="5810591" y="5576199"/>
                </a:cubicBezTo>
                <a:cubicBezTo>
                  <a:pt x="5795194" y="5576199"/>
                  <a:pt x="5781058" y="5575200"/>
                  <a:pt x="5768184" y="5573203"/>
                </a:cubicBezTo>
                <a:cubicBezTo>
                  <a:pt x="5755309" y="5571205"/>
                  <a:pt x="5743717" y="5568474"/>
                  <a:pt x="5733407" y="5565011"/>
                </a:cubicBezTo>
                <a:cubicBezTo>
                  <a:pt x="5723097" y="5561547"/>
                  <a:pt x="5714388" y="5557115"/>
                  <a:pt x="5707280" y="5551714"/>
                </a:cubicBezTo>
                <a:cubicBezTo>
                  <a:pt x="5700173" y="5546313"/>
                  <a:pt x="5696619" y="5539899"/>
                  <a:pt x="5696619" y="5532471"/>
                </a:cubicBezTo>
                <a:cubicBezTo>
                  <a:pt x="5696619" y="5522509"/>
                  <a:pt x="5696949" y="5508361"/>
                  <a:pt x="5697610" y="5490028"/>
                </a:cubicBezTo>
                <a:cubicBezTo>
                  <a:pt x="5698270" y="5471694"/>
                  <a:pt x="5699495" y="5447122"/>
                  <a:pt x="5701286" y="5416312"/>
                </a:cubicBezTo>
                <a:lnTo>
                  <a:pt x="5741187" y="5418248"/>
                </a:lnTo>
                <a:cubicBezTo>
                  <a:pt x="5740617" y="5428331"/>
                  <a:pt x="5740292" y="5434271"/>
                  <a:pt x="5740212" y="5436067"/>
                </a:cubicBezTo>
                <a:cubicBezTo>
                  <a:pt x="5740132" y="5437864"/>
                  <a:pt x="5740092" y="5441258"/>
                  <a:pt x="5740092" y="5446251"/>
                </a:cubicBezTo>
                <a:cubicBezTo>
                  <a:pt x="5740092" y="5462078"/>
                  <a:pt x="5742068" y="5475142"/>
                  <a:pt x="5746020" y="5485444"/>
                </a:cubicBezTo>
                <a:cubicBezTo>
                  <a:pt x="5749972" y="5495746"/>
                  <a:pt x="5755533" y="5504069"/>
                  <a:pt x="5762704" y="5510414"/>
                </a:cubicBezTo>
                <a:cubicBezTo>
                  <a:pt x="5769874" y="5516759"/>
                  <a:pt x="5778676" y="5521408"/>
                  <a:pt x="5789107" y="5524361"/>
                </a:cubicBezTo>
                <a:cubicBezTo>
                  <a:pt x="5799539" y="5527315"/>
                  <a:pt x="5811661" y="5528791"/>
                  <a:pt x="5825471" y="5528791"/>
                </a:cubicBezTo>
                <a:cubicBezTo>
                  <a:pt x="5839006" y="5528791"/>
                  <a:pt x="5851745" y="5526946"/>
                  <a:pt x="5863691" y="5523256"/>
                </a:cubicBezTo>
                <a:cubicBezTo>
                  <a:pt x="5875637" y="5519565"/>
                  <a:pt x="5886027" y="5514121"/>
                  <a:pt x="5894860" y="5506924"/>
                </a:cubicBezTo>
                <a:cubicBezTo>
                  <a:pt x="5903693" y="5499727"/>
                  <a:pt x="5910755" y="5490738"/>
                  <a:pt x="5916045" y="5479957"/>
                </a:cubicBezTo>
                <a:cubicBezTo>
                  <a:pt x="5921335" y="5469176"/>
                  <a:pt x="5923981" y="5456702"/>
                  <a:pt x="5923981" y="5442533"/>
                </a:cubicBezTo>
                <a:cubicBezTo>
                  <a:pt x="5923981" y="5433645"/>
                  <a:pt x="5922782" y="5425541"/>
                  <a:pt x="5920384" y="5418220"/>
                </a:cubicBezTo>
                <a:cubicBezTo>
                  <a:pt x="5917987" y="5410900"/>
                  <a:pt x="5914615" y="5404062"/>
                  <a:pt x="5910270" y="5397708"/>
                </a:cubicBezTo>
                <a:cubicBezTo>
                  <a:pt x="5905925" y="5391354"/>
                  <a:pt x="5900794" y="5385518"/>
                  <a:pt x="5894877" y="5380201"/>
                </a:cubicBezTo>
                <a:cubicBezTo>
                  <a:pt x="5888960" y="5374884"/>
                  <a:pt x="5882153" y="5369623"/>
                  <a:pt x="5874457" y="5364419"/>
                </a:cubicBezTo>
                <a:cubicBezTo>
                  <a:pt x="5866761" y="5359215"/>
                  <a:pt x="5859862" y="5354514"/>
                  <a:pt x="5853759" y="5350316"/>
                </a:cubicBezTo>
                <a:cubicBezTo>
                  <a:pt x="5847656" y="5346119"/>
                  <a:pt x="5838208" y="5341280"/>
                  <a:pt x="5825416" y="5335799"/>
                </a:cubicBezTo>
                <a:cubicBezTo>
                  <a:pt x="5817351" y="5331445"/>
                  <a:pt x="5808401" y="5326436"/>
                  <a:pt x="5798566" y="5320772"/>
                </a:cubicBezTo>
                <a:cubicBezTo>
                  <a:pt x="5788730" y="5315107"/>
                  <a:pt x="5779491" y="5309166"/>
                  <a:pt x="5770849" y="5302951"/>
                </a:cubicBezTo>
                <a:cubicBezTo>
                  <a:pt x="5762206" y="5296735"/>
                  <a:pt x="5754062" y="5289922"/>
                  <a:pt x="5746418" y="5282512"/>
                </a:cubicBezTo>
                <a:cubicBezTo>
                  <a:pt x="5738773" y="5275102"/>
                  <a:pt x="5732172" y="5266858"/>
                  <a:pt x="5726615" y="5257781"/>
                </a:cubicBezTo>
                <a:cubicBezTo>
                  <a:pt x="5721059" y="5248703"/>
                  <a:pt x="5716676" y="5238686"/>
                  <a:pt x="5713468" y="5227730"/>
                </a:cubicBezTo>
                <a:cubicBezTo>
                  <a:pt x="5710260" y="5216774"/>
                  <a:pt x="5708657" y="5204564"/>
                  <a:pt x="5708657" y="5191099"/>
                </a:cubicBezTo>
                <a:cubicBezTo>
                  <a:pt x="5708657" y="5174607"/>
                  <a:pt x="5710734" y="5159322"/>
                  <a:pt x="5714888" y="5145242"/>
                </a:cubicBezTo>
                <a:cubicBezTo>
                  <a:pt x="5719043" y="5131163"/>
                  <a:pt x="5724835" y="5118264"/>
                  <a:pt x="5732264" y="5106546"/>
                </a:cubicBezTo>
                <a:cubicBezTo>
                  <a:pt x="5739694" y="5094828"/>
                  <a:pt x="5748681" y="5084283"/>
                  <a:pt x="5759224" y="5074910"/>
                </a:cubicBezTo>
                <a:cubicBezTo>
                  <a:pt x="5769768" y="5065538"/>
                  <a:pt x="5781287" y="5057631"/>
                  <a:pt x="5793782" y="5051189"/>
                </a:cubicBezTo>
                <a:cubicBezTo>
                  <a:pt x="5806276" y="5044748"/>
                  <a:pt x="5819556" y="5039875"/>
                  <a:pt x="5833622" y="5036572"/>
                </a:cubicBezTo>
                <a:cubicBezTo>
                  <a:pt x="5847687" y="5033269"/>
                  <a:pt x="5862039" y="5031617"/>
                  <a:pt x="5876678" y="5031617"/>
                </a:cubicBezTo>
                <a:close/>
                <a:moveTo>
                  <a:pt x="3952628" y="5031617"/>
                </a:moveTo>
                <a:cubicBezTo>
                  <a:pt x="3958772" y="5031617"/>
                  <a:pt x="3965827" y="5032055"/>
                  <a:pt x="3973794" y="5032932"/>
                </a:cubicBezTo>
                <a:cubicBezTo>
                  <a:pt x="3981761" y="5033809"/>
                  <a:pt x="3989519" y="5035077"/>
                  <a:pt x="3997067" y="5036738"/>
                </a:cubicBezTo>
                <a:cubicBezTo>
                  <a:pt x="4004615" y="5038398"/>
                  <a:pt x="4011937" y="5040437"/>
                  <a:pt x="4019032" y="5042854"/>
                </a:cubicBezTo>
                <a:cubicBezTo>
                  <a:pt x="4026127" y="5045272"/>
                  <a:pt x="4032624" y="5048166"/>
                  <a:pt x="4038523" y="5051536"/>
                </a:cubicBezTo>
                <a:cubicBezTo>
                  <a:pt x="4044421" y="5054907"/>
                  <a:pt x="4049408" y="5058921"/>
                  <a:pt x="4053483" y="5063577"/>
                </a:cubicBezTo>
                <a:cubicBezTo>
                  <a:pt x="4057558" y="5068234"/>
                  <a:pt x="4059596" y="5073613"/>
                  <a:pt x="4059596" y="5079715"/>
                </a:cubicBezTo>
                <a:cubicBezTo>
                  <a:pt x="4059596" y="5079973"/>
                  <a:pt x="4059499" y="5084316"/>
                  <a:pt x="4059307" y="5092744"/>
                </a:cubicBezTo>
                <a:cubicBezTo>
                  <a:pt x="4059113" y="5101171"/>
                  <a:pt x="4058907" y="5109488"/>
                  <a:pt x="4058686" y="5117694"/>
                </a:cubicBezTo>
                <a:cubicBezTo>
                  <a:pt x="4058464" y="5125901"/>
                  <a:pt x="4058129" y="5134904"/>
                  <a:pt x="4057679" y="5144705"/>
                </a:cubicBezTo>
                <a:cubicBezTo>
                  <a:pt x="4057230" y="5154506"/>
                  <a:pt x="4056561" y="5167332"/>
                  <a:pt x="4055676" y="5183185"/>
                </a:cubicBezTo>
                <a:lnTo>
                  <a:pt x="4015907" y="5181625"/>
                </a:lnTo>
                <a:cubicBezTo>
                  <a:pt x="4016344" y="5170105"/>
                  <a:pt x="4016563" y="5162175"/>
                  <a:pt x="4016563" y="5157836"/>
                </a:cubicBezTo>
                <a:cubicBezTo>
                  <a:pt x="4016563" y="5144707"/>
                  <a:pt x="4014623" y="5133177"/>
                  <a:pt x="4010743" y="5123246"/>
                </a:cubicBezTo>
                <a:cubicBezTo>
                  <a:pt x="4006863" y="5113315"/>
                  <a:pt x="4001530" y="5105148"/>
                  <a:pt x="3994746" y="5098745"/>
                </a:cubicBezTo>
                <a:cubicBezTo>
                  <a:pt x="3987962" y="5092342"/>
                  <a:pt x="3979577" y="5087454"/>
                  <a:pt x="3969591" y="5084081"/>
                </a:cubicBezTo>
                <a:cubicBezTo>
                  <a:pt x="3959606" y="5080708"/>
                  <a:pt x="3948480" y="5079021"/>
                  <a:pt x="3936216" y="5079021"/>
                </a:cubicBezTo>
                <a:lnTo>
                  <a:pt x="3929567" y="5080197"/>
                </a:lnTo>
                <a:lnTo>
                  <a:pt x="3935775" y="5063465"/>
                </a:lnTo>
                <a:lnTo>
                  <a:pt x="3944883" y="5032509"/>
                </a:lnTo>
                <a:close/>
                <a:moveTo>
                  <a:pt x="1094771" y="4952181"/>
                </a:moveTo>
                <a:cubicBezTo>
                  <a:pt x="1084541" y="4952181"/>
                  <a:pt x="1074003" y="4953400"/>
                  <a:pt x="1063154" y="4955837"/>
                </a:cubicBezTo>
                <a:cubicBezTo>
                  <a:pt x="1052306" y="4958274"/>
                  <a:pt x="1041694" y="4962087"/>
                  <a:pt x="1031316" y="4967275"/>
                </a:cubicBezTo>
                <a:cubicBezTo>
                  <a:pt x="1020939" y="4972463"/>
                  <a:pt x="1010802" y="4979109"/>
                  <a:pt x="1000907" y="4987215"/>
                </a:cubicBezTo>
                <a:cubicBezTo>
                  <a:pt x="991011" y="4995320"/>
                  <a:pt x="981908" y="5004899"/>
                  <a:pt x="973598" y="5015952"/>
                </a:cubicBezTo>
                <a:cubicBezTo>
                  <a:pt x="965288" y="5027005"/>
                  <a:pt x="957867" y="5039633"/>
                  <a:pt x="951334" y="5053837"/>
                </a:cubicBezTo>
                <a:cubicBezTo>
                  <a:pt x="944802" y="5068040"/>
                  <a:pt x="939499" y="5083966"/>
                  <a:pt x="935425" y="5101614"/>
                </a:cubicBezTo>
                <a:cubicBezTo>
                  <a:pt x="932267" y="5115232"/>
                  <a:pt x="929692" y="5127986"/>
                  <a:pt x="927700" y="5139876"/>
                </a:cubicBezTo>
                <a:cubicBezTo>
                  <a:pt x="925709" y="5151766"/>
                  <a:pt x="924006" y="5163918"/>
                  <a:pt x="922594" y="5176332"/>
                </a:cubicBezTo>
                <a:cubicBezTo>
                  <a:pt x="921181" y="5188747"/>
                  <a:pt x="920029" y="5201303"/>
                  <a:pt x="919139" y="5214003"/>
                </a:cubicBezTo>
                <a:cubicBezTo>
                  <a:pt x="918248" y="5226702"/>
                  <a:pt x="917618" y="5237409"/>
                  <a:pt x="917248" y="5246125"/>
                </a:cubicBezTo>
                <a:cubicBezTo>
                  <a:pt x="911462" y="5246367"/>
                  <a:pt x="904242" y="5247228"/>
                  <a:pt x="895588" y="5248708"/>
                </a:cubicBezTo>
                <a:cubicBezTo>
                  <a:pt x="886934" y="5250188"/>
                  <a:pt x="879146" y="5252262"/>
                  <a:pt x="872225" y="5254929"/>
                </a:cubicBezTo>
                <a:cubicBezTo>
                  <a:pt x="865303" y="5257596"/>
                  <a:pt x="859457" y="5261056"/>
                  <a:pt x="854688" y="5265308"/>
                </a:cubicBezTo>
                <a:cubicBezTo>
                  <a:pt x="849919" y="5269560"/>
                  <a:pt x="847534" y="5274730"/>
                  <a:pt x="847534" y="5280818"/>
                </a:cubicBezTo>
                <a:cubicBezTo>
                  <a:pt x="847534" y="5283683"/>
                  <a:pt x="849246" y="5288120"/>
                  <a:pt x="852672" y="5294129"/>
                </a:cubicBezTo>
                <a:cubicBezTo>
                  <a:pt x="865371" y="5291122"/>
                  <a:pt x="877279" y="5289203"/>
                  <a:pt x="888396" y="5288370"/>
                </a:cubicBezTo>
                <a:cubicBezTo>
                  <a:pt x="899513" y="5287538"/>
                  <a:pt x="908650" y="5287050"/>
                  <a:pt x="915808" y="5286909"/>
                </a:cubicBezTo>
                <a:cubicBezTo>
                  <a:pt x="915517" y="5324543"/>
                  <a:pt x="914971" y="5363310"/>
                  <a:pt x="914172" y="5403209"/>
                </a:cubicBezTo>
                <a:cubicBezTo>
                  <a:pt x="913372" y="5443108"/>
                  <a:pt x="911784" y="5480082"/>
                  <a:pt x="909409" y="5514132"/>
                </a:cubicBezTo>
                <a:cubicBezTo>
                  <a:pt x="907033" y="5548183"/>
                  <a:pt x="903584" y="5579289"/>
                  <a:pt x="899061" y="5607451"/>
                </a:cubicBezTo>
                <a:cubicBezTo>
                  <a:pt x="894538" y="5635613"/>
                  <a:pt x="888494" y="5659167"/>
                  <a:pt x="880930" y="5678113"/>
                </a:cubicBezTo>
                <a:cubicBezTo>
                  <a:pt x="873365" y="5697058"/>
                  <a:pt x="864429" y="5711300"/>
                  <a:pt x="854123" y="5720839"/>
                </a:cubicBezTo>
                <a:cubicBezTo>
                  <a:pt x="843817" y="5730378"/>
                  <a:pt x="831468" y="5735147"/>
                  <a:pt x="817079" y="5735147"/>
                </a:cubicBezTo>
                <a:cubicBezTo>
                  <a:pt x="811358" y="5735147"/>
                  <a:pt x="805772" y="5734450"/>
                  <a:pt x="800320" y="5733055"/>
                </a:cubicBezTo>
                <a:cubicBezTo>
                  <a:pt x="794868" y="5731659"/>
                  <a:pt x="789604" y="5729470"/>
                  <a:pt x="784527" y="5726488"/>
                </a:cubicBezTo>
                <a:cubicBezTo>
                  <a:pt x="779451" y="5723506"/>
                  <a:pt x="774601" y="5719604"/>
                  <a:pt x="769978" y="5714782"/>
                </a:cubicBezTo>
                <a:cubicBezTo>
                  <a:pt x="765355" y="5709960"/>
                  <a:pt x="760282" y="5702597"/>
                  <a:pt x="754759" y="5692693"/>
                </a:cubicBezTo>
                <a:cubicBezTo>
                  <a:pt x="745509" y="5692693"/>
                  <a:pt x="738343" y="5693796"/>
                  <a:pt x="733262" y="5696002"/>
                </a:cubicBezTo>
                <a:cubicBezTo>
                  <a:pt x="728181" y="5698207"/>
                  <a:pt x="723870" y="5700944"/>
                  <a:pt x="720331" y="5704211"/>
                </a:cubicBezTo>
                <a:cubicBezTo>
                  <a:pt x="716792" y="5707478"/>
                  <a:pt x="713948" y="5711408"/>
                  <a:pt x="711799" y="5715999"/>
                </a:cubicBezTo>
                <a:cubicBezTo>
                  <a:pt x="709650" y="5720591"/>
                  <a:pt x="708576" y="5725282"/>
                  <a:pt x="708576" y="5730072"/>
                </a:cubicBezTo>
                <a:cubicBezTo>
                  <a:pt x="708576" y="5738500"/>
                  <a:pt x="711010" y="5746120"/>
                  <a:pt x="715877" y="5752934"/>
                </a:cubicBezTo>
                <a:cubicBezTo>
                  <a:pt x="720744" y="5759747"/>
                  <a:pt x="727145" y="5765551"/>
                  <a:pt x="735081" y="5770345"/>
                </a:cubicBezTo>
                <a:cubicBezTo>
                  <a:pt x="743016" y="5775139"/>
                  <a:pt x="752172" y="5778882"/>
                  <a:pt x="762547" y="5781575"/>
                </a:cubicBezTo>
                <a:cubicBezTo>
                  <a:pt x="772921" y="5784268"/>
                  <a:pt x="784169" y="5785614"/>
                  <a:pt x="796289" y="5785614"/>
                </a:cubicBezTo>
                <a:cubicBezTo>
                  <a:pt x="810309" y="5785614"/>
                  <a:pt x="824334" y="5783303"/>
                  <a:pt x="838362" y="5778680"/>
                </a:cubicBezTo>
                <a:cubicBezTo>
                  <a:pt x="852390" y="5774057"/>
                  <a:pt x="865874" y="5766360"/>
                  <a:pt x="878814" y="5755588"/>
                </a:cubicBezTo>
                <a:cubicBezTo>
                  <a:pt x="891754" y="5744817"/>
                  <a:pt x="903872" y="5730692"/>
                  <a:pt x="915167" y="5713216"/>
                </a:cubicBezTo>
                <a:cubicBezTo>
                  <a:pt x="926463" y="5695739"/>
                  <a:pt x="936526" y="5674202"/>
                  <a:pt x="945356" y="5648606"/>
                </a:cubicBezTo>
                <a:cubicBezTo>
                  <a:pt x="950890" y="5632312"/>
                  <a:pt x="955735" y="5614259"/>
                  <a:pt x="959889" y="5594447"/>
                </a:cubicBezTo>
                <a:cubicBezTo>
                  <a:pt x="964044" y="5574636"/>
                  <a:pt x="967601" y="5554118"/>
                  <a:pt x="970561" y="5532895"/>
                </a:cubicBezTo>
                <a:cubicBezTo>
                  <a:pt x="973522" y="5511672"/>
                  <a:pt x="976035" y="5489653"/>
                  <a:pt x="978101" y="5466837"/>
                </a:cubicBezTo>
                <a:cubicBezTo>
                  <a:pt x="980167" y="5444020"/>
                  <a:pt x="981892" y="5421697"/>
                  <a:pt x="983276" y="5399867"/>
                </a:cubicBezTo>
                <a:cubicBezTo>
                  <a:pt x="984659" y="5378037"/>
                  <a:pt x="985796" y="5356748"/>
                  <a:pt x="986685" y="5336001"/>
                </a:cubicBezTo>
                <a:cubicBezTo>
                  <a:pt x="987575" y="5315253"/>
                  <a:pt x="988207" y="5299108"/>
                  <a:pt x="988581" y="5287564"/>
                </a:cubicBezTo>
                <a:cubicBezTo>
                  <a:pt x="996715" y="5288553"/>
                  <a:pt x="1007077" y="5289602"/>
                  <a:pt x="1019666" y="5290712"/>
                </a:cubicBezTo>
                <a:cubicBezTo>
                  <a:pt x="1032255" y="5291823"/>
                  <a:pt x="1043867" y="5292378"/>
                  <a:pt x="1054504" y="5292378"/>
                </a:cubicBezTo>
                <a:cubicBezTo>
                  <a:pt x="1065675" y="5292378"/>
                  <a:pt x="1075173" y="5290878"/>
                  <a:pt x="1082997" y="5287878"/>
                </a:cubicBezTo>
                <a:cubicBezTo>
                  <a:pt x="1090821" y="5284878"/>
                  <a:pt x="1094733" y="5278075"/>
                  <a:pt x="1094733" y="5267469"/>
                </a:cubicBezTo>
                <a:cubicBezTo>
                  <a:pt x="1094733" y="5263665"/>
                  <a:pt x="1093092" y="5256237"/>
                  <a:pt x="1089811" y="5245187"/>
                </a:cubicBezTo>
                <a:cubicBezTo>
                  <a:pt x="1080023" y="5245915"/>
                  <a:pt x="1072620" y="5246462"/>
                  <a:pt x="1067600" y="5246830"/>
                </a:cubicBezTo>
                <a:cubicBezTo>
                  <a:pt x="1062581" y="5247197"/>
                  <a:pt x="1056319" y="5247381"/>
                  <a:pt x="1048815" y="5247381"/>
                </a:cubicBezTo>
                <a:cubicBezTo>
                  <a:pt x="1039357" y="5247381"/>
                  <a:pt x="1033784" y="5247367"/>
                  <a:pt x="1032094" y="5247341"/>
                </a:cubicBezTo>
                <a:cubicBezTo>
                  <a:pt x="1030405" y="5247314"/>
                  <a:pt x="1026670" y="5247264"/>
                  <a:pt x="1020888" y="5247192"/>
                </a:cubicBezTo>
                <a:cubicBezTo>
                  <a:pt x="1015107" y="5247120"/>
                  <a:pt x="1008847" y="5247012"/>
                  <a:pt x="1002108" y="5246868"/>
                </a:cubicBezTo>
                <a:cubicBezTo>
                  <a:pt x="995369" y="5246724"/>
                  <a:pt x="991231" y="5246624"/>
                  <a:pt x="989694" y="5246568"/>
                </a:cubicBezTo>
                <a:cubicBezTo>
                  <a:pt x="990329" y="5230736"/>
                  <a:pt x="991112" y="5212107"/>
                  <a:pt x="992043" y="5190681"/>
                </a:cubicBezTo>
                <a:cubicBezTo>
                  <a:pt x="992974" y="5169254"/>
                  <a:pt x="994559" y="5148650"/>
                  <a:pt x="996797" y="5128867"/>
                </a:cubicBezTo>
                <a:cubicBezTo>
                  <a:pt x="999036" y="5109085"/>
                  <a:pt x="1002285" y="5090779"/>
                  <a:pt x="1006545" y="5073951"/>
                </a:cubicBezTo>
                <a:cubicBezTo>
                  <a:pt x="1010805" y="5057123"/>
                  <a:pt x="1016411" y="5042805"/>
                  <a:pt x="1023363" y="5030996"/>
                </a:cubicBezTo>
                <a:cubicBezTo>
                  <a:pt x="1030315" y="5019188"/>
                  <a:pt x="1038743" y="5010089"/>
                  <a:pt x="1048645" y="5003700"/>
                </a:cubicBezTo>
                <a:cubicBezTo>
                  <a:pt x="1058548" y="4997311"/>
                  <a:pt x="1070787" y="4994116"/>
                  <a:pt x="1085360" y="4994116"/>
                </a:cubicBezTo>
                <a:cubicBezTo>
                  <a:pt x="1090018" y="4994116"/>
                  <a:pt x="1094701" y="4994728"/>
                  <a:pt x="1099409" y="4995951"/>
                </a:cubicBezTo>
                <a:cubicBezTo>
                  <a:pt x="1104116" y="4997174"/>
                  <a:pt x="1108281" y="4999049"/>
                  <a:pt x="1111901" y="5001577"/>
                </a:cubicBezTo>
                <a:cubicBezTo>
                  <a:pt x="1115522" y="5004105"/>
                  <a:pt x="1118392" y="5007244"/>
                  <a:pt x="1120512" y="5010993"/>
                </a:cubicBezTo>
                <a:cubicBezTo>
                  <a:pt x="1122632" y="5014743"/>
                  <a:pt x="1123691" y="5019269"/>
                  <a:pt x="1123691" y="5024571"/>
                </a:cubicBezTo>
                <a:cubicBezTo>
                  <a:pt x="1123691" y="5028757"/>
                  <a:pt x="1123064" y="5033031"/>
                  <a:pt x="1121808" y="5037394"/>
                </a:cubicBezTo>
                <a:cubicBezTo>
                  <a:pt x="1120552" y="5041756"/>
                  <a:pt x="1118408" y="5048028"/>
                  <a:pt x="1115376" y="5056209"/>
                </a:cubicBezTo>
                <a:lnTo>
                  <a:pt x="1118027" y="5065560"/>
                </a:lnTo>
                <a:cubicBezTo>
                  <a:pt x="1128870" y="5070451"/>
                  <a:pt x="1138406" y="5072896"/>
                  <a:pt x="1146633" y="5072896"/>
                </a:cubicBezTo>
                <a:cubicBezTo>
                  <a:pt x="1152944" y="5072896"/>
                  <a:pt x="1158904" y="5071811"/>
                  <a:pt x="1164513" y="5069640"/>
                </a:cubicBezTo>
                <a:cubicBezTo>
                  <a:pt x="1170122" y="5067469"/>
                  <a:pt x="1175080" y="5064322"/>
                  <a:pt x="1179385" y="5060199"/>
                </a:cubicBezTo>
                <a:cubicBezTo>
                  <a:pt x="1183691" y="5056076"/>
                  <a:pt x="1187070" y="5051017"/>
                  <a:pt x="1189524" y="5045020"/>
                </a:cubicBezTo>
                <a:cubicBezTo>
                  <a:pt x="1191977" y="5039024"/>
                  <a:pt x="1193204" y="5032354"/>
                  <a:pt x="1193204" y="5025011"/>
                </a:cubicBezTo>
                <a:cubicBezTo>
                  <a:pt x="1193204" y="5015879"/>
                  <a:pt x="1190854" y="5006870"/>
                  <a:pt x="1186156" y="4997984"/>
                </a:cubicBezTo>
                <a:cubicBezTo>
                  <a:pt x="1181457" y="4989099"/>
                  <a:pt x="1174850" y="4981291"/>
                  <a:pt x="1166334" y="4974560"/>
                </a:cubicBezTo>
                <a:cubicBezTo>
                  <a:pt x="1157818" y="4967829"/>
                  <a:pt x="1147501" y="4962416"/>
                  <a:pt x="1135382" y="4958322"/>
                </a:cubicBezTo>
                <a:cubicBezTo>
                  <a:pt x="1123263" y="4954228"/>
                  <a:pt x="1109726" y="4952181"/>
                  <a:pt x="1094771" y="4952181"/>
                </a:cubicBezTo>
                <a:close/>
                <a:moveTo>
                  <a:pt x="7889984" y="4951962"/>
                </a:moveTo>
                <a:cubicBezTo>
                  <a:pt x="7899969" y="4951962"/>
                  <a:pt x="7912212" y="4955599"/>
                  <a:pt x="7926711" y="4962873"/>
                </a:cubicBezTo>
                <a:cubicBezTo>
                  <a:pt x="7921264" y="5004823"/>
                  <a:pt x="7916150" y="5045080"/>
                  <a:pt x="7911366" y="5083643"/>
                </a:cubicBezTo>
                <a:cubicBezTo>
                  <a:pt x="7906583" y="5122206"/>
                  <a:pt x="7902366" y="5160767"/>
                  <a:pt x="7898715" y="5199326"/>
                </a:cubicBezTo>
                <a:cubicBezTo>
                  <a:pt x="7895064" y="5237885"/>
                  <a:pt x="7892179" y="5275242"/>
                  <a:pt x="7890061" y="5311397"/>
                </a:cubicBezTo>
                <a:cubicBezTo>
                  <a:pt x="7887942" y="5347552"/>
                  <a:pt x="7886883" y="5383385"/>
                  <a:pt x="7886883" y="5418897"/>
                </a:cubicBezTo>
                <a:cubicBezTo>
                  <a:pt x="7886883" y="5438375"/>
                  <a:pt x="7887036" y="5453083"/>
                  <a:pt x="7887343" y="5463020"/>
                </a:cubicBezTo>
                <a:cubicBezTo>
                  <a:pt x="7887650" y="5472958"/>
                  <a:pt x="7888197" y="5481928"/>
                  <a:pt x="7888983" y="5489930"/>
                </a:cubicBezTo>
                <a:cubicBezTo>
                  <a:pt x="7889769" y="5497932"/>
                  <a:pt x="7890740" y="5503940"/>
                  <a:pt x="7891895" y="5507955"/>
                </a:cubicBezTo>
                <a:cubicBezTo>
                  <a:pt x="7893051" y="5511970"/>
                  <a:pt x="7894200" y="5514686"/>
                  <a:pt x="7895344" y="5516105"/>
                </a:cubicBezTo>
                <a:cubicBezTo>
                  <a:pt x="7896486" y="5517524"/>
                  <a:pt x="7897721" y="5518425"/>
                  <a:pt x="7899048" y="5518808"/>
                </a:cubicBezTo>
                <a:cubicBezTo>
                  <a:pt x="7900374" y="5519192"/>
                  <a:pt x="7902605" y="5519384"/>
                  <a:pt x="7905740" y="5519384"/>
                </a:cubicBezTo>
                <a:cubicBezTo>
                  <a:pt x="7912191" y="5519384"/>
                  <a:pt x="7918998" y="5518448"/>
                  <a:pt x="7926162" y="5516576"/>
                </a:cubicBezTo>
                <a:cubicBezTo>
                  <a:pt x="7933324" y="5514704"/>
                  <a:pt x="7944003" y="5511553"/>
                  <a:pt x="7958195" y="5507123"/>
                </a:cubicBezTo>
                <a:lnTo>
                  <a:pt x="7966319" y="5530731"/>
                </a:lnTo>
                <a:cubicBezTo>
                  <a:pt x="7958217" y="5538130"/>
                  <a:pt x="7950001" y="5544122"/>
                  <a:pt x="7941674" y="5548707"/>
                </a:cubicBezTo>
                <a:cubicBezTo>
                  <a:pt x="7933345" y="5553292"/>
                  <a:pt x="7924778" y="5557418"/>
                  <a:pt x="7915974" y="5561087"/>
                </a:cubicBezTo>
                <a:cubicBezTo>
                  <a:pt x="7907170" y="5564755"/>
                  <a:pt x="7898180" y="5567826"/>
                  <a:pt x="7889006" y="5570299"/>
                </a:cubicBezTo>
                <a:cubicBezTo>
                  <a:pt x="7879830" y="5572772"/>
                  <a:pt x="7871769" y="5574008"/>
                  <a:pt x="7864820" y="5574008"/>
                </a:cubicBezTo>
                <a:cubicBezTo>
                  <a:pt x="7859114" y="5574008"/>
                  <a:pt x="7854057" y="5573338"/>
                  <a:pt x="7849650" y="5571998"/>
                </a:cubicBezTo>
                <a:cubicBezTo>
                  <a:pt x="7845244" y="5570657"/>
                  <a:pt x="7841330" y="5568172"/>
                  <a:pt x="7837908" y="5564543"/>
                </a:cubicBezTo>
                <a:cubicBezTo>
                  <a:pt x="7834486" y="5560914"/>
                  <a:pt x="7831763" y="5556550"/>
                  <a:pt x="7829740" y="5551449"/>
                </a:cubicBezTo>
                <a:cubicBezTo>
                  <a:pt x="7827717" y="5546348"/>
                  <a:pt x="7826147" y="5540207"/>
                  <a:pt x="7825031" y="5533026"/>
                </a:cubicBezTo>
                <a:cubicBezTo>
                  <a:pt x="7823780" y="5524687"/>
                  <a:pt x="7822738" y="5514458"/>
                  <a:pt x="7821904" y="5502339"/>
                </a:cubicBezTo>
                <a:cubicBezTo>
                  <a:pt x="7821071" y="5490220"/>
                  <a:pt x="7820653" y="5477068"/>
                  <a:pt x="7820653" y="5462883"/>
                </a:cubicBezTo>
                <a:lnTo>
                  <a:pt x="7822156" y="5422233"/>
                </a:lnTo>
                <a:lnTo>
                  <a:pt x="7806010" y="5457809"/>
                </a:lnTo>
                <a:cubicBezTo>
                  <a:pt x="7792690" y="5481946"/>
                  <a:pt x="7778780" y="5502775"/>
                  <a:pt x="7764281" y="5520296"/>
                </a:cubicBezTo>
                <a:cubicBezTo>
                  <a:pt x="7749782" y="5537817"/>
                  <a:pt x="7734869" y="5551514"/>
                  <a:pt x="7719544" y="5561388"/>
                </a:cubicBezTo>
                <a:cubicBezTo>
                  <a:pt x="7704218" y="5571262"/>
                  <a:pt x="7689183" y="5576199"/>
                  <a:pt x="7674440" y="5576199"/>
                </a:cubicBezTo>
                <a:cubicBezTo>
                  <a:pt x="7659280" y="5576199"/>
                  <a:pt x="7646300" y="5572418"/>
                  <a:pt x="7635497" y="5564857"/>
                </a:cubicBezTo>
                <a:cubicBezTo>
                  <a:pt x="7624694" y="5557296"/>
                  <a:pt x="7615982" y="5547571"/>
                  <a:pt x="7609361" y="5535682"/>
                </a:cubicBezTo>
                <a:cubicBezTo>
                  <a:pt x="7602741" y="5523793"/>
                  <a:pt x="7597897" y="5510453"/>
                  <a:pt x="7594830" y="5495661"/>
                </a:cubicBezTo>
                <a:cubicBezTo>
                  <a:pt x="7591763" y="5480869"/>
                  <a:pt x="7590229" y="5465639"/>
                  <a:pt x="7590229" y="5449973"/>
                </a:cubicBezTo>
                <a:cubicBezTo>
                  <a:pt x="7590229" y="5431146"/>
                  <a:pt x="7592244" y="5412815"/>
                  <a:pt x="7596276" y="5394979"/>
                </a:cubicBezTo>
                <a:cubicBezTo>
                  <a:pt x="7600307" y="5377143"/>
                  <a:pt x="7606181" y="5360049"/>
                  <a:pt x="7613898" y="5343699"/>
                </a:cubicBezTo>
                <a:cubicBezTo>
                  <a:pt x="7621615" y="5327349"/>
                  <a:pt x="7630860" y="5312231"/>
                  <a:pt x="7641634" y="5298344"/>
                </a:cubicBezTo>
                <a:cubicBezTo>
                  <a:pt x="7652408" y="5284458"/>
                  <a:pt x="7664539" y="5272457"/>
                  <a:pt x="7678028" y="5262340"/>
                </a:cubicBezTo>
                <a:cubicBezTo>
                  <a:pt x="7691517" y="5252223"/>
                  <a:pt x="7706238" y="5244246"/>
                  <a:pt x="7722193" y="5238409"/>
                </a:cubicBezTo>
                <a:cubicBezTo>
                  <a:pt x="7738148" y="5232572"/>
                  <a:pt x="7754908" y="5229654"/>
                  <a:pt x="7772475" y="5229654"/>
                </a:cubicBezTo>
                <a:cubicBezTo>
                  <a:pt x="7784700" y="5229654"/>
                  <a:pt x="7796948" y="5231218"/>
                  <a:pt x="7809221" y="5234345"/>
                </a:cubicBezTo>
                <a:cubicBezTo>
                  <a:pt x="7821493" y="5237473"/>
                  <a:pt x="7829248" y="5242109"/>
                  <a:pt x="7832485" y="5248253"/>
                </a:cubicBezTo>
                <a:cubicBezTo>
                  <a:pt x="7832920" y="5229193"/>
                  <a:pt x="7833687" y="5206816"/>
                  <a:pt x="7834786" y="5181121"/>
                </a:cubicBezTo>
                <a:cubicBezTo>
                  <a:pt x="7835885" y="5155426"/>
                  <a:pt x="7837170" y="5130351"/>
                  <a:pt x="7838644" y="5105894"/>
                </a:cubicBezTo>
                <a:cubicBezTo>
                  <a:pt x="7840117" y="5081437"/>
                  <a:pt x="7841728" y="5058418"/>
                  <a:pt x="7843479" y="5036837"/>
                </a:cubicBezTo>
                <a:cubicBezTo>
                  <a:pt x="7845227" y="5015256"/>
                  <a:pt x="7847103" y="4996181"/>
                  <a:pt x="7849103" y="4979612"/>
                </a:cubicBezTo>
                <a:cubicBezTo>
                  <a:pt x="7849742" y="4974494"/>
                  <a:pt x="7851421" y="4970106"/>
                  <a:pt x="7854138" y="4966448"/>
                </a:cubicBezTo>
                <a:cubicBezTo>
                  <a:pt x="7856856" y="4962790"/>
                  <a:pt x="7860201" y="4959918"/>
                  <a:pt x="7864177" y="4957832"/>
                </a:cubicBezTo>
                <a:cubicBezTo>
                  <a:pt x="7868151" y="4955746"/>
                  <a:pt x="7872420" y="4954246"/>
                  <a:pt x="7876982" y="4953332"/>
                </a:cubicBezTo>
                <a:cubicBezTo>
                  <a:pt x="7881542" y="4952418"/>
                  <a:pt x="7885877" y="4951962"/>
                  <a:pt x="7889984" y="4951962"/>
                </a:cubicBezTo>
                <a:close/>
                <a:moveTo>
                  <a:pt x="6116934" y="4951962"/>
                </a:moveTo>
                <a:cubicBezTo>
                  <a:pt x="6126922" y="4951962"/>
                  <a:pt x="6139164" y="4955568"/>
                  <a:pt x="6153661" y="4962782"/>
                </a:cubicBezTo>
                <a:cubicBezTo>
                  <a:pt x="6150035" y="4998426"/>
                  <a:pt x="6146954" y="5028306"/>
                  <a:pt x="6144415" y="5052422"/>
                </a:cubicBezTo>
                <a:cubicBezTo>
                  <a:pt x="6141877" y="5076538"/>
                  <a:pt x="6139506" y="5099729"/>
                  <a:pt x="6137301" y="5121995"/>
                </a:cubicBezTo>
                <a:cubicBezTo>
                  <a:pt x="6135097" y="5144261"/>
                  <a:pt x="6133164" y="5164224"/>
                  <a:pt x="6131502" y="5181882"/>
                </a:cubicBezTo>
                <a:cubicBezTo>
                  <a:pt x="6129841" y="5199540"/>
                  <a:pt x="6128292" y="5217173"/>
                  <a:pt x="6126856" y="5234780"/>
                </a:cubicBezTo>
                <a:cubicBezTo>
                  <a:pt x="6125420" y="5252387"/>
                  <a:pt x="6124107" y="5268994"/>
                  <a:pt x="6122916" y="5284601"/>
                </a:cubicBezTo>
                <a:cubicBezTo>
                  <a:pt x="6121725" y="5300208"/>
                  <a:pt x="6120547" y="5316400"/>
                  <a:pt x="6119381" y="5333177"/>
                </a:cubicBezTo>
                <a:lnTo>
                  <a:pt x="6115827" y="5384443"/>
                </a:lnTo>
                <a:lnTo>
                  <a:pt x="6138264" y="5338507"/>
                </a:lnTo>
                <a:cubicBezTo>
                  <a:pt x="6146926" y="5323165"/>
                  <a:pt x="6156427" y="5308765"/>
                  <a:pt x="6166768" y="5295306"/>
                </a:cubicBezTo>
                <a:cubicBezTo>
                  <a:pt x="6177108" y="5281848"/>
                  <a:pt x="6187950" y="5270212"/>
                  <a:pt x="6199295" y="5260400"/>
                </a:cubicBezTo>
                <a:cubicBezTo>
                  <a:pt x="6210639" y="5250588"/>
                  <a:pt x="6222566" y="5242792"/>
                  <a:pt x="6235074" y="5237012"/>
                </a:cubicBezTo>
                <a:cubicBezTo>
                  <a:pt x="6247583" y="5231232"/>
                  <a:pt x="6260430" y="5228342"/>
                  <a:pt x="6273615" y="5228342"/>
                </a:cubicBezTo>
                <a:cubicBezTo>
                  <a:pt x="6281942" y="5228342"/>
                  <a:pt x="6289857" y="5229782"/>
                  <a:pt x="6297359" y="5232661"/>
                </a:cubicBezTo>
                <a:cubicBezTo>
                  <a:pt x="6304861" y="5235540"/>
                  <a:pt x="6311384" y="5239664"/>
                  <a:pt x="6316929" y="5245033"/>
                </a:cubicBezTo>
                <a:cubicBezTo>
                  <a:pt x="6322474" y="5250403"/>
                  <a:pt x="6326738" y="5256750"/>
                  <a:pt x="6329720" y="5264077"/>
                </a:cubicBezTo>
                <a:cubicBezTo>
                  <a:pt x="6332703" y="5271403"/>
                  <a:pt x="6334194" y="5279464"/>
                  <a:pt x="6334194" y="5288258"/>
                </a:cubicBezTo>
                <a:cubicBezTo>
                  <a:pt x="6334194" y="5301702"/>
                  <a:pt x="6331314" y="5314664"/>
                  <a:pt x="6325554" y="5327144"/>
                </a:cubicBezTo>
                <a:cubicBezTo>
                  <a:pt x="6319794" y="5339625"/>
                  <a:pt x="6311868" y="5351369"/>
                  <a:pt x="6301777" y="5362377"/>
                </a:cubicBezTo>
                <a:cubicBezTo>
                  <a:pt x="6291685" y="5373384"/>
                  <a:pt x="6279586" y="5383807"/>
                  <a:pt x="6265479" y="5393644"/>
                </a:cubicBezTo>
                <a:cubicBezTo>
                  <a:pt x="6251372" y="5403482"/>
                  <a:pt x="6237659" y="5411092"/>
                  <a:pt x="6224341" y="5416473"/>
                </a:cubicBezTo>
                <a:cubicBezTo>
                  <a:pt x="6233522" y="5429179"/>
                  <a:pt x="6241943" y="5441795"/>
                  <a:pt x="6249603" y="5454321"/>
                </a:cubicBezTo>
                <a:cubicBezTo>
                  <a:pt x="6257263" y="5466847"/>
                  <a:pt x="6264060" y="5477169"/>
                  <a:pt x="6269994" y="5485287"/>
                </a:cubicBezTo>
                <a:cubicBezTo>
                  <a:pt x="6275929" y="5493405"/>
                  <a:pt x="6281334" y="5499902"/>
                  <a:pt x="6286209" y="5504777"/>
                </a:cubicBezTo>
                <a:cubicBezTo>
                  <a:pt x="6291084" y="5509652"/>
                  <a:pt x="6295263" y="5513152"/>
                  <a:pt x="6298744" y="5515277"/>
                </a:cubicBezTo>
                <a:cubicBezTo>
                  <a:pt x="6302225" y="5517401"/>
                  <a:pt x="6305381" y="5518762"/>
                  <a:pt x="6308211" y="5519361"/>
                </a:cubicBezTo>
                <a:cubicBezTo>
                  <a:pt x="6311041" y="5519960"/>
                  <a:pt x="6314171" y="5520259"/>
                  <a:pt x="6317601" y="5520259"/>
                </a:cubicBezTo>
                <a:cubicBezTo>
                  <a:pt x="6324447" y="5520259"/>
                  <a:pt x="6331547" y="5519208"/>
                  <a:pt x="6338901" y="5517106"/>
                </a:cubicBezTo>
                <a:cubicBezTo>
                  <a:pt x="6346255" y="5515004"/>
                  <a:pt x="6357004" y="5511749"/>
                  <a:pt x="6371147" y="5507343"/>
                </a:cubicBezTo>
                <a:lnTo>
                  <a:pt x="6379271" y="5530954"/>
                </a:lnTo>
                <a:cubicBezTo>
                  <a:pt x="6371163" y="5538356"/>
                  <a:pt x="6362903" y="5544351"/>
                  <a:pt x="6354493" y="5548939"/>
                </a:cubicBezTo>
                <a:cubicBezTo>
                  <a:pt x="6346083" y="5553527"/>
                  <a:pt x="6337395" y="5557643"/>
                  <a:pt x="6328430" y="5561287"/>
                </a:cubicBezTo>
                <a:cubicBezTo>
                  <a:pt x="6319464" y="5564931"/>
                  <a:pt x="6310120" y="5567999"/>
                  <a:pt x="6300397" y="5570491"/>
                </a:cubicBezTo>
                <a:cubicBezTo>
                  <a:pt x="6290674" y="5572982"/>
                  <a:pt x="6282112" y="5574228"/>
                  <a:pt x="6274710" y="5574228"/>
                </a:cubicBezTo>
                <a:cubicBezTo>
                  <a:pt x="6264662" y="5574228"/>
                  <a:pt x="6255171" y="5570930"/>
                  <a:pt x="6246236" y="5564332"/>
                </a:cubicBezTo>
                <a:cubicBezTo>
                  <a:pt x="6237302" y="5557735"/>
                  <a:pt x="6228159" y="5548126"/>
                  <a:pt x="6218807" y="5535504"/>
                </a:cubicBezTo>
                <a:cubicBezTo>
                  <a:pt x="6209456" y="5522883"/>
                  <a:pt x="6199379" y="5507267"/>
                  <a:pt x="6188577" y="5488657"/>
                </a:cubicBezTo>
                <a:cubicBezTo>
                  <a:pt x="6177776" y="5470046"/>
                  <a:pt x="6164922" y="5446481"/>
                  <a:pt x="6150016" y="5417962"/>
                </a:cubicBezTo>
                <a:lnTo>
                  <a:pt x="6152698" y="5407379"/>
                </a:lnTo>
                <a:cubicBezTo>
                  <a:pt x="6172713" y="5400707"/>
                  <a:pt x="6189656" y="5393799"/>
                  <a:pt x="6203527" y="5386652"/>
                </a:cubicBezTo>
                <a:cubicBezTo>
                  <a:pt x="6217399" y="5379506"/>
                  <a:pt x="6229244" y="5371952"/>
                  <a:pt x="6239063" y="5363988"/>
                </a:cubicBezTo>
                <a:cubicBezTo>
                  <a:pt x="6248882" y="5356025"/>
                  <a:pt x="6256300" y="5347927"/>
                  <a:pt x="6261316" y="5339695"/>
                </a:cubicBezTo>
                <a:cubicBezTo>
                  <a:pt x="6266332" y="5331463"/>
                  <a:pt x="6268840" y="5323289"/>
                  <a:pt x="6268840" y="5315173"/>
                </a:cubicBezTo>
                <a:cubicBezTo>
                  <a:pt x="6268840" y="5312597"/>
                  <a:pt x="6268301" y="5310102"/>
                  <a:pt x="6267223" y="5307689"/>
                </a:cubicBezTo>
                <a:cubicBezTo>
                  <a:pt x="6266145" y="5305277"/>
                  <a:pt x="6264791" y="5303301"/>
                  <a:pt x="6263159" y="5301763"/>
                </a:cubicBezTo>
                <a:cubicBezTo>
                  <a:pt x="6261528" y="5300225"/>
                  <a:pt x="6259537" y="5299005"/>
                  <a:pt x="6257186" y="5298106"/>
                </a:cubicBezTo>
                <a:cubicBezTo>
                  <a:pt x="6254835" y="5297206"/>
                  <a:pt x="6252287" y="5296756"/>
                  <a:pt x="6249543" y="5296756"/>
                </a:cubicBezTo>
                <a:cubicBezTo>
                  <a:pt x="6242083" y="5296756"/>
                  <a:pt x="6233924" y="5299315"/>
                  <a:pt x="6225065" y="5304433"/>
                </a:cubicBezTo>
                <a:cubicBezTo>
                  <a:pt x="6216206" y="5309551"/>
                  <a:pt x="6207266" y="5317130"/>
                  <a:pt x="6198245" y="5327169"/>
                </a:cubicBezTo>
                <a:cubicBezTo>
                  <a:pt x="6189223" y="5337208"/>
                  <a:pt x="6180193" y="5349903"/>
                  <a:pt x="6171154" y="5365254"/>
                </a:cubicBezTo>
                <a:cubicBezTo>
                  <a:pt x="6162115" y="5380606"/>
                  <a:pt x="6153732" y="5398014"/>
                  <a:pt x="6146004" y="5417479"/>
                </a:cubicBezTo>
                <a:cubicBezTo>
                  <a:pt x="6138277" y="5436944"/>
                  <a:pt x="6131357" y="5458260"/>
                  <a:pt x="6125244" y="5481426"/>
                </a:cubicBezTo>
                <a:cubicBezTo>
                  <a:pt x="6119132" y="5504592"/>
                  <a:pt x="6113860" y="5531948"/>
                  <a:pt x="6109427" y="5563495"/>
                </a:cubicBezTo>
                <a:lnTo>
                  <a:pt x="6057740" y="5570070"/>
                </a:lnTo>
                <a:lnTo>
                  <a:pt x="6044541" y="5569292"/>
                </a:lnTo>
                <a:cubicBezTo>
                  <a:pt x="6045417" y="5546071"/>
                  <a:pt x="6046403" y="5524065"/>
                  <a:pt x="6047497" y="5503276"/>
                </a:cubicBezTo>
                <a:cubicBezTo>
                  <a:pt x="6048591" y="5482486"/>
                  <a:pt x="6049758" y="5460421"/>
                  <a:pt x="6050997" y="5437079"/>
                </a:cubicBezTo>
                <a:cubicBezTo>
                  <a:pt x="6052237" y="5413737"/>
                  <a:pt x="6053549" y="5389412"/>
                  <a:pt x="6054935" y="5364101"/>
                </a:cubicBezTo>
                <a:cubicBezTo>
                  <a:pt x="6056321" y="5338791"/>
                  <a:pt x="6057707" y="5313006"/>
                  <a:pt x="6059093" y="5286746"/>
                </a:cubicBezTo>
                <a:cubicBezTo>
                  <a:pt x="6060479" y="5260486"/>
                  <a:pt x="6061902" y="5234008"/>
                  <a:pt x="6063361" y="5207310"/>
                </a:cubicBezTo>
                <a:cubicBezTo>
                  <a:pt x="6064820" y="5180613"/>
                  <a:pt x="6066243" y="5154245"/>
                  <a:pt x="6067629" y="5128204"/>
                </a:cubicBezTo>
                <a:cubicBezTo>
                  <a:pt x="6069015" y="5102164"/>
                  <a:pt x="6070364" y="5076671"/>
                  <a:pt x="6071677" y="5051725"/>
                </a:cubicBezTo>
                <a:cubicBezTo>
                  <a:pt x="6072990" y="5026778"/>
                  <a:pt x="6074230" y="5002950"/>
                  <a:pt x="6075397" y="4980240"/>
                </a:cubicBezTo>
                <a:cubicBezTo>
                  <a:pt x="6075620" y="4974871"/>
                  <a:pt x="6077126" y="4970308"/>
                  <a:pt x="6079916" y="4966553"/>
                </a:cubicBezTo>
                <a:cubicBezTo>
                  <a:pt x="6082705" y="4962797"/>
                  <a:pt x="6086132" y="4959879"/>
                  <a:pt x="6090197" y="4957799"/>
                </a:cubicBezTo>
                <a:cubicBezTo>
                  <a:pt x="6094262" y="4955719"/>
                  <a:pt x="6098644" y="4954226"/>
                  <a:pt x="6103344" y="4953320"/>
                </a:cubicBezTo>
                <a:cubicBezTo>
                  <a:pt x="6108044" y="4952414"/>
                  <a:pt x="6112574" y="4951962"/>
                  <a:pt x="6116934" y="4951962"/>
                </a:cubicBezTo>
                <a:close/>
                <a:moveTo>
                  <a:pt x="5498248" y="4951962"/>
                </a:moveTo>
                <a:cubicBezTo>
                  <a:pt x="5508234" y="4951962"/>
                  <a:pt x="5520475" y="4955573"/>
                  <a:pt x="5534972" y="4962796"/>
                </a:cubicBezTo>
                <a:cubicBezTo>
                  <a:pt x="5531807" y="4993064"/>
                  <a:pt x="5528840" y="5020868"/>
                  <a:pt x="5526072" y="5046208"/>
                </a:cubicBezTo>
                <a:cubicBezTo>
                  <a:pt x="5523303" y="5071548"/>
                  <a:pt x="5520629" y="5097668"/>
                  <a:pt x="5518049" y="5124568"/>
                </a:cubicBezTo>
                <a:cubicBezTo>
                  <a:pt x="5515469" y="5151467"/>
                  <a:pt x="5513085" y="5178334"/>
                  <a:pt x="5510898" y="5205167"/>
                </a:cubicBezTo>
                <a:cubicBezTo>
                  <a:pt x="5508711" y="5232000"/>
                  <a:pt x="5506826" y="5258274"/>
                  <a:pt x="5505242" y="5283987"/>
                </a:cubicBezTo>
                <a:cubicBezTo>
                  <a:pt x="5503659" y="5309701"/>
                  <a:pt x="5502455" y="5334351"/>
                  <a:pt x="5501632" y="5357938"/>
                </a:cubicBezTo>
                <a:cubicBezTo>
                  <a:pt x="5500809" y="5381525"/>
                  <a:pt x="5500397" y="5406076"/>
                  <a:pt x="5500397" y="5431590"/>
                </a:cubicBezTo>
                <a:cubicBezTo>
                  <a:pt x="5500397" y="5448552"/>
                  <a:pt x="5500550" y="5461366"/>
                  <a:pt x="5500856" y="5470033"/>
                </a:cubicBezTo>
                <a:cubicBezTo>
                  <a:pt x="5501162" y="5478700"/>
                  <a:pt x="5501699" y="5486461"/>
                  <a:pt x="5502467" y="5493317"/>
                </a:cubicBezTo>
                <a:cubicBezTo>
                  <a:pt x="5503236" y="5500172"/>
                  <a:pt x="5504199" y="5505425"/>
                  <a:pt x="5505356" y="5509076"/>
                </a:cubicBezTo>
                <a:cubicBezTo>
                  <a:pt x="5506512" y="5512727"/>
                  <a:pt x="5507625" y="5515163"/>
                  <a:pt x="5508694" y="5516384"/>
                </a:cubicBezTo>
                <a:cubicBezTo>
                  <a:pt x="5509762" y="5517605"/>
                  <a:pt x="5510970" y="5518410"/>
                  <a:pt x="5512316" y="5518800"/>
                </a:cubicBezTo>
                <a:cubicBezTo>
                  <a:pt x="5513663" y="5519189"/>
                  <a:pt x="5515903" y="5519384"/>
                  <a:pt x="5519038" y="5519384"/>
                </a:cubicBezTo>
                <a:cubicBezTo>
                  <a:pt x="5525486" y="5519384"/>
                  <a:pt x="5532292" y="5518448"/>
                  <a:pt x="5539456" y="5516576"/>
                </a:cubicBezTo>
                <a:cubicBezTo>
                  <a:pt x="5546619" y="5514704"/>
                  <a:pt x="5557297" y="5511553"/>
                  <a:pt x="5571489" y="5507123"/>
                </a:cubicBezTo>
                <a:lnTo>
                  <a:pt x="5579613" y="5530731"/>
                </a:lnTo>
                <a:cubicBezTo>
                  <a:pt x="5571511" y="5538130"/>
                  <a:pt x="5563297" y="5544122"/>
                  <a:pt x="5554969" y="5548707"/>
                </a:cubicBezTo>
                <a:cubicBezTo>
                  <a:pt x="5546642" y="5553292"/>
                  <a:pt x="5538076" y="5557418"/>
                  <a:pt x="5529270" y="5561087"/>
                </a:cubicBezTo>
                <a:cubicBezTo>
                  <a:pt x="5520465" y="5564755"/>
                  <a:pt x="5511475" y="5567826"/>
                  <a:pt x="5502300" y="5570299"/>
                </a:cubicBezTo>
                <a:cubicBezTo>
                  <a:pt x="5493125" y="5572772"/>
                  <a:pt x="5485063" y="5574008"/>
                  <a:pt x="5478115" y="5574008"/>
                </a:cubicBezTo>
                <a:cubicBezTo>
                  <a:pt x="5467778" y="5574008"/>
                  <a:pt x="5459576" y="5571361"/>
                  <a:pt x="5453509" y="5566066"/>
                </a:cubicBezTo>
                <a:cubicBezTo>
                  <a:pt x="5447442" y="5560771"/>
                  <a:pt x="5443039" y="5552975"/>
                  <a:pt x="5440300" y="5542680"/>
                </a:cubicBezTo>
                <a:cubicBezTo>
                  <a:pt x="5437560" y="5532384"/>
                  <a:pt x="5435854" y="5519797"/>
                  <a:pt x="5435181" y="5504920"/>
                </a:cubicBezTo>
                <a:cubicBezTo>
                  <a:pt x="5434508" y="5490043"/>
                  <a:pt x="5434171" y="5472019"/>
                  <a:pt x="5434171" y="5450849"/>
                </a:cubicBezTo>
                <a:cubicBezTo>
                  <a:pt x="5434171" y="5443170"/>
                  <a:pt x="5434392" y="5432219"/>
                  <a:pt x="5434834" y="5417997"/>
                </a:cubicBezTo>
                <a:cubicBezTo>
                  <a:pt x="5435276" y="5403775"/>
                  <a:pt x="5435895" y="5387376"/>
                  <a:pt x="5436693" y="5368800"/>
                </a:cubicBezTo>
                <a:cubicBezTo>
                  <a:pt x="5437491" y="5350224"/>
                  <a:pt x="5438418" y="5329462"/>
                  <a:pt x="5439475" y="5306512"/>
                </a:cubicBezTo>
                <a:cubicBezTo>
                  <a:pt x="5440532" y="5283562"/>
                  <a:pt x="5441626" y="5260599"/>
                  <a:pt x="5442757" y="5237621"/>
                </a:cubicBezTo>
                <a:cubicBezTo>
                  <a:pt x="5443888" y="5214643"/>
                  <a:pt x="5445110" y="5191082"/>
                  <a:pt x="5446423" y="5166939"/>
                </a:cubicBezTo>
                <a:cubicBezTo>
                  <a:pt x="5447736" y="5142795"/>
                  <a:pt x="5449049" y="5119453"/>
                  <a:pt x="5450363" y="5096914"/>
                </a:cubicBezTo>
                <a:cubicBezTo>
                  <a:pt x="5451677" y="5074374"/>
                  <a:pt x="5452926" y="5052949"/>
                  <a:pt x="5454111" y="5032637"/>
                </a:cubicBezTo>
                <a:cubicBezTo>
                  <a:pt x="5455296" y="5012326"/>
                  <a:pt x="5456391" y="4994646"/>
                  <a:pt x="5457395" y="4979598"/>
                </a:cubicBezTo>
                <a:cubicBezTo>
                  <a:pt x="5457600" y="4974654"/>
                  <a:pt x="5459097" y="4970305"/>
                  <a:pt x="5461886" y="4966551"/>
                </a:cubicBezTo>
                <a:cubicBezTo>
                  <a:pt x="5464675" y="4962796"/>
                  <a:pt x="5468100" y="4959880"/>
                  <a:pt x="5472159" y="4957802"/>
                </a:cubicBezTo>
                <a:cubicBezTo>
                  <a:pt x="5476218" y="4955725"/>
                  <a:pt x="5480559" y="4954232"/>
                  <a:pt x="5485182" y="4953324"/>
                </a:cubicBezTo>
                <a:cubicBezTo>
                  <a:pt x="5489805" y="4952416"/>
                  <a:pt x="5494160" y="4951962"/>
                  <a:pt x="5498248" y="4951962"/>
                </a:cubicBezTo>
                <a:close/>
                <a:moveTo>
                  <a:pt x="4478634" y="4951962"/>
                </a:moveTo>
                <a:cubicBezTo>
                  <a:pt x="4488622" y="4951962"/>
                  <a:pt x="4500864" y="4955568"/>
                  <a:pt x="4515361" y="4962782"/>
                </a:cubicBezTo>
                <a:cubicBezTo>
                  <a:pt x="4511740" y="4998235"/>
                  <a:pt x="4508660" y="5027995"/>
                  <a:pt x="4506119" y="5052059"/>
                </a:cubicBezTo>
                <a:cubicBezTo>
                  <a:pt x="4503579" y="5076124"/>
                  <a:pt x="4501225" y="5099022"/>
                  <a:pt x="4499059" y="5120754"/>
                </a:cubicBezTo>
                <a:cubicBezTo>
                  <a:pt x="4496893" y="5142485"/>
                  <a:pt x="4494996" y="5162265"/>
                  <a:pt x="4493368" y="5180094"/>
                </a:cubicBezTo>
                <a:cubicBezTo>
                  <a:pt x="4491740" y="5197923"/>
                  <a:pt x="4490221" y="5215424"/>
                  <a:pt x="4488809" y="5232596"/>
                </a:cubicBezTo>
                <a:cubicBezTo>
                  <a:pt x="4487398" y="5249768"/>
                  <a:pt x="4486122" y="5266193"/>
                  <a:pt x="4484981" y="5281870"/>
                </a:cubicBezTo>
                <a:cubicBezTo>
                  <a:pt x="4483840" y="5297547"/>
                  <a:pt x="4482686" y="5313664"/>
                  <a:pt x="4481519" y="5330223"/>
                </a:cubicBezTo>
                <a:lnTo>
                  <a:pt x="4478276" y="5376619"/>
                </a:lnTo>
                <a:lnTo>
                  <a:pt x="4493623" y="5341292"/>
                </a:lnTo>
                <a:cubicBezTo>
                  <a:pt x="4506483" y="5315127"/>
                  <a:pt x="4519758" y="5293669"/>
                  <a:pt x="4533449" y="5276920"/>
                </a:cubicBezTo>
                <a:cubicBezTo>
                  <a:pt x="4547140" y="5260171"/>
                  <a:pt x="4561085" y="5247888"/>
                  <a:pt x="4575284" y="5240070"/>
                </a:cubicBezTo>
                <a:cubicBezTo>
                  <a:pt x="4589483" y="5232251"/>
                  <a:pt x="4603294" y="5228342"/>
                  <a:pt x="4616716" y="5228342"/>
                </a:cubicBezTo>
                <a:cubicBezTo>
                  <a:pt x="4626048" y="5228342"/>
                  <a:pt x="4635095" y="5230154"/>
                  <a:pt x="4643856" y="5233777"/>
                </a:cubicBezTo>
                <a:cubicBezTo>
                  <a:pt x="4652617" y="5237400"/>
                  <a:pt x="4660413" y="5243006"/>
                  <a:pt x="4667244" y="5250595"/>
                </a:cubicBezTo>
                <a:cubicBezTo>
                  <a:pt x="4674075" y="5258184"/>
                  <a:pt x="4679427" y="5267708"/>
                  <a:pt x="4683300" y="5279167"/>
                </a:cubicBezTo>
                <a:cubicBezTo>
                  <a:pt x="4687173" y="5290625"/>
                  <a:pt x="4689110" y="5303941"/>
                  <a:pt x="4689110" y="5319115"/>
                </a:cubicBezTo>
                <a:cubicBezTo>
                  <a:pt x="4689110" y="5322566"/>
                  <a:pt x="4688818" y="5328583"/>
                  <a:pt x="4688234" y="5337168"/>
                </a:cubicBezTo>
                <a:cubicBezTo>
                  <a:pt x="4687651" y="5345752"/>
                  <a:pt x="4687007" y="5354515"/>
                  <a:pt x="4686304" y="5363456"/>
                </a:cubicBezTo>
                <a:cubicBezTo>
                  <a:pt x="4685600" y="5372398"/>
                  <a:pt x="4684765" y="5382070"/>
                  <a:pt x="4683799" y="5392472"/>
                </a:cubicBezTo>
                <a:cubicBezTo>
                  <a:pt x="4682833" y="5402875"/>
                  <a:pt x="4681988" y="5413002"/>
                  <a:pt x="4681263" y="5422853"/>
                </a:cubicBezTo>
                <a:cubicBezTo>
                  <a:pt x="4680539" y="5432703"/>
                  <a:pt x="4679952" y="5441549"/>
                  <a:pt x="4679502" y="5449390"/>
                </a:cubicBezTo>
                <a:cubicBezTo>
                  <a:pt x="4679052" y="5457232"/>
                  <a:pt x="4678827" y="5465012"/>
                  <a:pt x="4678827" y="5472730"/>
                </a:cubicBezTo>
                <a:cubicBezTo>
                  <a:pt x="4678827" y="5484083"/>
                  <a:pt x="4679246" y="5492925"/>
                  <a:pt x="4680086" y="5499257"/>
                </a:cubicBezTo>
                <a:cubicBezTo>
                  <a:pt x="4680925" y="5505589"/>
                  <a:pt x="4682047" y="5510090"/>
                  <a:pt x="4683452" y="5512760"/>
                </a:cubicBezTo>
                <a:cubicBezTo>
                  <a:pt x="4684857" y="5515429"/>
                  <a:pt x="4686598" y="5517201"/>
                  <a:pt x="4688675" y="5518074"/>
                </a:cubicBezTo>
                <a:cubicBezTo>
                  <a:pt x="4690753" y="5518947"/>
                  <a:pt x="4693828" y="5519384"/>
                  <a:pt x="4697900" y="5519384"/>
                </a:cubicBezTo>
                <a:cubicBezTo>
                  <a:pt x="4704941" y="5519384"/>
                  <a:pt x="4712081" y="5518447"/>
                  <a:pt x="4719319" y="5516572"/>
                </a:cubicBezTo>
                <a:cubicBezTo>
                  <a:pt x="4726557" y="5514698"/>
                  <a:pt x="4737267" y="5511548"/>
                  <a:pt x="4751450" y="5507123"/>
                </a:cubicBezTo>
                <a:lnTo>
                  <a:pt x="4759574" y="5530731"/>
                </a:lnTo>
                <a:cubicBezTo>
                  <a:pt x="4751463" y="5538137"/>
                  <a:pt x="4743205" y="5544133"/>
                  <a:pt x="4734799" y="5548718"/>
                </a:cubicBezTo>
                <a:cubicBezTo>
                  <a:pt x="4726394" y="5553302"/>
                  <a:pt x="4717742" y="5557433"/>
                  <a:pt x="4708842" y="5561111"/>
                </a:cubicBezTo>
                <a:cubicBezTo>
                  <a:pt x="4699943" y="5564789"/>
                  <a:pt x="4690729" y="5567858"/>
                  <a:pt x="4681200" y="5570318"/>
                </a:cubicBezTo>
                <a:cubicBezTo>
                  <a:pt x="4671672" y="5572778"/>
                  <a:pt x="4663161" y="5574008"/>
                  <a:pt x="4655669" y="5574008"/>
                </a:cubicBezTo>
                <a:cubicBezTo>
                  <a:pt x="4645328" y="5574008"/>
                  <a:pt x="4637150" y="5571196"/>
                  <a:pt x="4631135" y="5565571"/>
                </a:cubicBezTo>
                <a:cubicBezTo>
                  <a:pt x="4625120" y="5559945"/>
                  <a:pt x="4620834" y="5553007"/>
                  <a:pt x="4618277" y="5544755"/>
                </a:cubicBezTo>
                <a:cubicBezTo>
                  <a:pt x="4615721" y="5536503"/>
                  <a:pt x="4614098" y="5527262"/>
                  <a:pt x="4613410" y="5517031"/>
                </a:cubicBezTo>
                <a:cubicBezTo>
                  <a:pt x="4612721" y="5506800"/>
                  <a:pt x="4612377" y="5495826"/>
                  <a:pt x="4612377" y="5484108"/>
                </a:cubicBezTo>
                <a:cubicBezTo>
                  <a:pt x="4612377" y="5470169"/>
                  <a:pt x="4612860" y="5455852"/>
                  <a:pt x="4613827" y="5441155"/>
                </a:cubicBezTo>
                <a:cubicBezTo>
                  <a:pt x="4614793" y="5426458"/>
                  <a:pt x="4615814" y="5412576"/>
                  <a:pt x="4616891" y="5399508"/>
                </a:cubicBezTo>
                <a:cubicBezTo>
                  <a:pt x="4617968" y="5386440"/>
                  <a:pt x="4618980" y="5374400"/>
                  <a:pt x="4619927" y="5363388"/>
                </a:cubicBezTo>
                <a:cubicBezTo>
                  <a:pt x="4620875" y="5352376"/>
                  <a:pt x="4621349" y="5343745"/>
                  <a:pt x="4621349" y="5337494"/>
                </a:cubicBezTo>
                <a:cubicBezTo>
                  <a:pt x="4621349" y="5323516"/>
                  <a:pt x="4618965" y="5313450"/>
                  <a:pt x="4614198" y="5307297"/>
                </a:cubicBezTo>
                <a:cubicBezTo>
                  <a:pt x="4609431" y="5301144"/>
                  <a:pt x="4603267" y="5298067"/>
                  <a:pt x="4595707" y="5298067"/>
                </a:cubicBezTo>
                <a:cubicBezTo>
                  <a:pt x="4589382" y="5298067"/>
                  <a:pt x="4582147" y="5301162"/>
                  <a:pt x="4574002" y="5307351"/>
                </a:cubicBezTo>
                <a:cubicBezTo>
                  <a:pt x="4565857" y="5313540"/>
                  <a:pt x="4557308" y="5322662"/>
                  <a:pt x="4548356" y="5334717"/>
                </a:cubicBezTo>
                <a:cubicBezTo>
                  <a:pt x="4539403" y="5346772"/>
                  <a:pt x="4530714" y="5361119"/>
                  <a:pt x="4522289" y="5377756"/>
                </a:cubicBezTo>
                <a:cubicBezTo>
                  <a:pt x="4513863" y="5394393"/>
                  <a:pt x="4506309" y="5412348"/>
                  <a:pt x="4499624" y="5431620"/>
                </a:cubicBezTo>
                <a:cubicBezTo>
                  <a:pt x="4492940" y="5450892"/>
                  <a:pt x="4487366" y="5471178"/>
                  <a:pt x="4482904" y="5492476"/>
                </a:cubicBezTo>
                <a:cubicBezTo>
                  <a:pt x="4478441" y="5513775"/>
                  <a:pt x="4475506" y="5537434"/>
                  <a:pt x="4474100" y="5563453"/>
                </a:cubicBezTo>
                <a:lnTo>
                  <a:pt x="4419311" y="5570070"/>
                </a:lnTo>
                <a:lnTo>
                  <a:pt x="4406241" y="5569292"/>
                </a:lnTo>
                <a:cubicBezTo>
                  <a:pt x="4407118" y="5546071"/>
                  <a:pt x="4408103" y="5524065"/>
                  <a:pt x="4409197" y="5503276"/>
                </a:cubicBezTo>
                <a:cubicBezTo>
                  <a:pt x="4410291" y="5482486"/>
                  <a:pt x="4411458" y="5460421"/>
                  <a:pt x="4412698" y="5437079"/>
                </a:cubicBezTo>
                <a:cubicBezTo>
                  <a:pt x="4413937" y="5413737"/>
                  <a:pt x="4415250" y="5389412"/>
                  <a:pt x="4416636" y="5364101"/>
                </a:cubicBezTo>
                <a:cubicBezTo>
                  <a:pt x="4418022" y="5338791"/>
                  <a:pt x="4419408" y="5313006"/>
                  <a:pt x="4420794" y="5286746"/>
                </a:cubicBezTo>
                <a:cubicBezTo>
                  <a:pt x="4422180" y="5260486"/>
                  <a:pt x="4423602" y="5234008"/>
                  <a:pt x="4425061" y="5207310"/>
                </a:cubicBezTo>
                <a:cubicBezTo>
                  <a:pt x="4426521" y="5180613"/>
                  <a:pt x="4427943" y="5154245"/>
                  <a:pt x="4429329" y="5128204"/>
                </a:cubicBezTo>
                <a:cubicBezTo>
                  <a:pt x="4430715" y="5102164"/>
                  <a:pt x="4432064" y="5076671"/>
                  <a:pt x="4433377" y="5051725"/>
                </a:cubicBezTo>
                <a:cubicBezTo>
                  <a:pt x="4434690" y="5026778"/>
                  <a:pt x="4435930" y="5002950"/>
                  <a:pt x="4437097" y="4980240"/>
                </a:cubicBezTo>
                <a:cubicBezTo>
                  <a:pt x="4437320" y="4974871"/>
                  <a:pt x="4438827" y="4970308"/>
                  <a:pt x="4441616" y="4966553"/>
                </a:cubicBezTo>
                <a:cubicBezTo>
                  <a:pt x="4444405" y="4962797"/>
                  <a:pt x="4447833" y="4959879"/>
                  <a:pt x="4451897" y="4957799"/>
                </a:cubicBezTo>
                <a:cubicBezTo>
                  <a:pt x="4455962" y="4955719"/>
                  <a:pt x="4460345" y="4954226"/>
                  <a:pt x="4465044" y="4953320"/>
                </a:cubicBezTo>
                <a:cubicBezTo>
                  <a:pt x="4469744" y="4952414"/>
                  <a:pt x="4474274" y="4951962"/>
                  <a:pt x="4478634" y="4951962"/>
                </a:cubicBezTo>
                <a:close/>
                <a:moveTo>
                  <a:pt x="4160338" y="3966181"/>
                </a:moveTo>
                <a:lnTo>
                  <a:pt x="4170782" y="3980347"/>
                </a:lnTo>
                <a:cubicBezTo>
                  <a:pt x="4264060" y="4111850"/>
                  <a:pt x="4310699" y="4189011"/>
                  <a:pt x="4310699" y="4211831"/>
                </a:cubicBezTo>
                <a:lnTo>
                  <a:pt x="4131583" y="4211831"/>
                </a:lnTo>
                <a:lnTo>
                  <a:pt x="4145994" y="4120063"/>
                </a:lnTo>
                <a:close/>
                <a:moveTo>
                  <a:pt x="6836052" y="3833584"/>
                </a:moveTo>
                <a:cubicBezTo>
                  <a:pt x="6641508" y="3833584"/>
                  <a:pt x="6544237" y="3882933"/>
                  <a:pt x="6544237" y="3981631"/>
                </a:cubicBezTo>
                <a:cubicBezTo>
                  <a:pt x="6544237" y="4049522"/>
                  <a:pt x="6587025" y="4083467"/>
                  <a:pt x="6672601" y="4083467"/>
                </a:cubicBezTo>
                <a:cubicBezTo>
                  <a:pt x="6739921" y="4083467"/>
                  <a:pt x="6796116" y="4066637"/>
                  <a:pt x="6841186" y="4032977"/>
                </a:cubicBezTo>
                <a:cubicBezTo>
                  <a:pt x="6837763" y="3955958"/>
                  <a:pt x="6836052" y="3889494"/>
                  <a:pt x="6836052" y="3833584"/>
                </a:cubicBezTo>
                <a:close/>
                <a:moveTo>
                  <a:pt x="2349777" y="3833584"/>
                </a:moveTo>
                <a:cubicBezTo>
                  <a:pt x="2349777" y="3889494"/>
                  <a:pt x="2351489" y="3955958"/>
                  <a:pt x="2354912" y="4032977"/>
                </a:cubicBezTo>
                <a:cubicBezTo>
                  <a:pt x="2309842" y="4066637"/>
                  <a:pt x="2253647" y="4083467"/>
                  <a:pt x="2186327" y="4083467"/>
                </a:cubicBezTo>
                <a:cubicBezTo>
                  <a:pt x="2100751" y="4083467"/>
                  <a:pt x="2057963" y="4049522"/>
                  <a:pt x="2057963" y="3981631"/>
                </a:cubicBezTo>
                <a:cubicBezTo>
                  <a:pt x="2057963" y="3882933"/>
                  <a:pt x="2155234" y="3833584"/>
                  <a:pt x="2349777" y="3833584"/>
                </a:cubicBezTo>
                <a:close/>
                <a:moveTo>
                  <a:pt x="748238" y="3715489"/>
                </a:moveTo>
                <a:cubicBezTo>
                  <a:pt x="947345" y="3715489"/>
                  <a:pt x="1046899" y="3772255"/>
                  <a:pt x="1046899" y="3885786"/>
                </a:cubicBezTo>
                <a:cubicBezTo>
                  <a:pt x="1046899" y="3948542"/>
                  <a:pt x="1022367" y="3992614"/>
                  <a:pt x="973303" y="4018001"/>
                </a:cubicBezTo>
                <a:cubicBezTo>
                  <a:pt x="924239" y="4043389"/>
                  <a:pt x="846935" y="4056082"/>
                  <a:pt x="741392" y="4056082"/>
                </a:cubicBezTo>
                <a:cubicBezTo>
                  <a:pt x="702597" y="4056082"/>
                  <a:pt x="673501" y="4053801"/>
                  <a:pt x="654104" y="4049236"/>
                </a:cubicBezTo>
                <a:cubicBezTo>
                  <a:pt x="648969" y="3948827"/>
                  <a:pt x="646402" y="3839004"/>
                  <a:pt x="646402" y="3719768"/>
                </a:cubicBezTo>
                <a:cubicBezTo>
                  <a:pt x="674927" y="3716916"/>
                  <a:pt x="708873" y="3715489"/>
                  <a:pt x="748238" y="3715489"/>
                </a:cubicBezTo>
                <a:close/>
                <a:moveTo>
                  <a:pt x="4807264" y="3528933"/>
                </a:moveTo>
                <a:cubicBezTo>
                  <a:pt x="4728534" y="3528933"/>
                  <a:pt x="4670913" y="3552039"/>
                  <a:pt x="4634400" y="3598250"/>
                </a:cubicBezTo>
                <a:cubicBezTo>
                  <a:pt x="4634400" y="3793364"/>
                  <a:pt x="4638679" y="3940269"/>
                  <a:pt x="4647237" y="4038967"/>
                </a:cubicBezTo>
                <a:cubicBezTo>
                  <a:pt x="4683179" y="4066922"/>
                  <a:pt x="4729675" y="4080899"/>
                  <a:pt x="4786726" y="4080899"/>
                </a:cubicBezTo>
                <a:cubicBezTo>
                  <a:pt x="4862603" y="4080899"/>
                  <a:pt x="4918941" y="4052802"/>
                  <a:pt x="4955739" y="3996607"/>
                </a:cubicBezTo>
                <a:cubicBezTo>
                  <a:pt x="4992537" y="3940412"/>
                  <a:pt x="5010935" y="3872379"/>
                  <a:pt x="5010935" y="3792508"/>
                </a:cubicBezTo>
                <a:cubicBezTo>
                  <a:pt x="5010935" y="3721194"/>
                  <a:pt x="4992822" y="3659437"/>
                  <a:pt x="4956595" y="3607235"/>
                </a:cubicBezTo>
                <a:cubicBezTo>
                  <a:pt x="4920367" y="3555034"/>
                  <a:pt x="4870591" y="3528933"/>
                  <a:pt x="4807264" y="3528933"/>
                </a:cubicBezTo>
                <a:close/>
                <a:moveTo>
                  <a:pt x="8321654" y="3523799"/>
                </a:moveTo>
                <a:cubicBezTo>
                  <a:pt x="8246347" y="3523799"/>
                  <a:pt x="8190438" y="3551754"/>
                  <a:pt x="8153925" y="3607663"/>
                </a:cubicBezTo>
                <a:cubicBezTo>
                  <a:pt x="8117412" y="3663573"/>
                  <a:pt x="8099156" y="3732034"/>
                  <a:pt x="8099156" y="3813046"/>
                </a:cubicBezTo>
                <a:cubicBezTo>
                  <a:pt x="8099156" y="3884930"/>
                  <a:pt x="8116842" y="3946973"/>
                  <a:pt x="8152213" y="3999174"/>
                </a:cubicBezTo>
                <a:cubicBezTo>
                  <a:pt x="8187584" y="4051376"/>
                  <a:pt x="8236649" y="4077476"/>
                  <a:pt x="8299404" y="4077476"/>
                </a:cubicBezTo>
                <a:cubicBezTo>
                  <a:pt x="8383268" y="4077476"/>
                  <a:pt x="8442032" y="4057224"/>
                  <a:pt x="8475691" y="4016717"/>
                </a:cubicBezTo>
                <a:cubicBezTo>
                  <a:pt x="8475691" y="3834726"/>
                  <a:pt x="8471412" y="3684111"/>
                  <a:pt x="8462854" y="3564875"/>
                </a:cubicBezTo>
                <a:cubicBezTo>
                  <a:pt x="8423490" y="3537491"/>
                  <a:pt x="8376423" y="3523799"/>
                  <a:pt x="8321654" y="3523799"/>
                </a:cubicBezTo>
                <a:close/>
                <a:moveTo>
                  <a:pt x="5783948" y="3519520"/>
                </a:moveTo>
                <a:cubicBezTo>
                  <a:pt x="5723475" y="3519520"/>
                  <a:pt x="5674269" y="3545763"/>
                  <a:pt x="5636330" y="3598250"/>
                </a:cubicBezTo>
                <a:cubicBezTo>
                  <a:pt x="5598391" y="3650737"/>
                  <a:pt x="5579421" y="3716345"/>
                  <a:pt x="5579421" y="3795075"/>
                </a:cubicBezTo>
                <a:cubicBezTo>
                  <a:pt x="5579421" y="3877799"/>
                  <a:pt x="5598818" y="3947258"/>
                  <a:pt x="5637613" y="4003453"/>
                </a:cubicBezTo>
                <a:cubicBezTo>
                  <a:pt x="5676408" y="4059648"/>
                  <a:pt x="5726898" y="4087746"/>
                  <a:pt x="5789083" y="4087746"/>
                </a:cubicBezTo>
                <a:cubicBezTo>
                  <a:pt x="5849557" y="4087746"/>
                  <a:pt x="5898763" y="4061502"/>
                  <a:pt x="5936702" y="4009015"/>
                </a:cubicBezTo>
                <a:cubicBezTo>
                  <a:pt x="5974641" y="3956529"/>
                  <a:pt x="5993610" y="3890920"/>
                  <a:pt x="5993610" y="3812190"/>
                </a:cubicBezTo>
                <a:cubicBezTo>
                  <a:pt x="5993610" y="3729467"/>
                  <a:pt x="5974213" y="3660007"/>
                  <a:pt x="5935418" y="3603812"/>
                </a:cubicBezTo>
                <a:cubicBezTo>
                  <a:pt x="5896624" y="3547617"/>
                  <a:pt x="5846134" y="3519520"/>
                  <a:pt x="5783948" y="3519520"/>
                </a:cubicBezTo>
                <a:close/>
                <a:moveTo>
                  <a:pt x="4186464" y="3496390"/>
                </a:moveTo>
                <a:lnTo>
                  <a:pt x="4177730" y="3779595"/>
                </a:lnTo>
                <a:lnTo>
                  <a:pt x="4160338" y="3966181"/>
                </a:lnTo>
                <a:lnTo>
                  <a:pt x="4104594" y="3890573"/>
                </a:lnTo>
                <a:cubicBezTo>
                  <a:pt x="4042177" y="3809650"/>
                  <a:pt x="3991072" y="3755282"/>
                  <a:pt x="3951279" y="3727470"/>
                </a:cubicBezTo>
                <a:lnTo>
                  <a:pt x="3951279" y="3714633"/>
                </a:lnTo>
                <a:cubicBezTo>
                  <a:pt x="3999202" y="3683826"/>
                  <a:pt x="4061958" y="3627916"/>
                  <a:pt x="4139547" y="3546904"/>
                </a:cubicBezTo>
                <a:close/>
                <a:moveTo>
                  <a:pt x="4187613" y="3398858"/>
                </a:moveTo>
                <a:lnTo>
                  <a:pt x="4255930" y="3398858"/>
                </a:lnTo>
                <a:cubicBezTo>
                  <a:pt x="4255930" y="3412122"/>
                  <a:pt x="4234109" y="3443197"/>
                  <a:pt x="4190465" y="3492082"/>
                </a:cubicBezTo>
                <a:lnTo>
                  <a:pt x="4186464" y="3496390"/>
                </a:lnTo>
                <a:lnTo>
                  <a:pt x="4188542" y="3429000"/>
                </a:lnTo>
                <a:close/>
                <a:moveTo>
                  <a:pt x="7656504" y="3370617"/>
                </a:moveTo>
                <a:cubicBezTo>
                  <a:pt x="7697580" y="3370617"/>
                  <a:pt x="7743792" y="3380031"/>
                  <a:pt x="7795137" y="3398858"/>
                </a:cubicBezTo>
                <a:lnTo>
                  <a:pt x="7745503" y="3599106"/>
                </a:lnTo>
                <a:cubicBezTo>
                  <a:pt x="7703286" y="3581990"/>
                  <a:pt x="7660497" y="3573433"/>
                  <a:pt x="7617139" y="3573433"/>
                </a:cubicBezTo>
                <a:cubicBezTo>
                  <a:pt x="7533274" y="3573433"/>
                  <a:pt x="7477935" y="3611086"/>
                  <a:pt x="7451121" y="3686393"/>
                </a:cubicBezTo>
                <a:cubicBezTo>
                  <a:pt x="7451121" y="3914026"/>
                  <a:pt x="7452833" y="4089172"/>
                  <a:pt x="7456256" y="4211831"/>
                </a:cubicBezTo>
                <a:lnTo>
                  <a:pt x="7228623" y="4211831"/>
                </a:lnTo>
                <a:cubicBezTo>
                  <a:pt x="7238321" y="4040108"/>
                  <a:pt x="7243171" y="3899763"/>
                  <a:pt x="7243171" y="3790796"/>
                </a:cubicBezTo>
                <a:cubicBezTo>
                  <a:pt x="7243171" y="3655016"/>
                  <a:pt x="7228908" y="3526366"/>
                  <a:pt x="7200383" y="3404848"/>
                </a:cubicBezTo>
                <a:lnTo>
                  <a:pt x="7418602" y="3380887"/>
                </a:lnTo>
                <a:cubicBezTo>
                  <a:pt x="7428300" y="3443642"/>
                  <a:pt x="7433150" y="3480440"/>
                  <a:pt x="7433150" y="3491280"/>
                </a:cubicBezTo>
                <a:lnTo>
                  <a:pt x="7446842" y="3491280"/>
                </a:lnTo>
                <a:cubicBezTo>
                  <a:pt x="7499329" y="3410838"/>
                  <a:pt x="7569216" y="3370617"/>
                  <a:pt x="7656504" y="3370617"/>
                </a:cubicBezTo>
                <a:close/>
                <a:moveTo>
                  <a:pt x="6724803" y="3370617"/>
                </a:moveTo>
                <a:cubicBezTo>
                  <a:pt x="6828064" y="3370617"/>
                  <a:pt x="6907793" y="3392297"/>
                  <a:pt x="6963988" y="3435655"/>
                </a:cubicBezTo>
                <a:cubicBezTo>
                  <a:pt x="7020183" y="3479014"/>
                  <a:pt x="7048281" y="3554891"/>
                  <a:pt x="7048281" y="3663288"/>
                </a:cubicBezTo>
                <a:cubicBezTo>
                  <a:pt x="7048281" y="3687249"/>
                  <a:pt x="7047282" y="3730893"/>
                  <a:pt x="7045285" y="3794219"/>
                </a:cubicBezTo>
                <a:cubicBezTo>
                  <a:pt x="7043288" y="3857546"/>
                  <a:pt x="7042290" y="3899763"/>
                  <a:pt x="7042290" y="3920872"/>
                </a:cubicBezTo>
                <a:cubicBezTo>
                  <a:pt x="7042290" y="4038967"/>
                  <a:pt x="7051418" y="4135668"/>
                  <a:pt x="7069675" y="4210975"/>
                </a:cubicBezTo>
                <a:lnTo>
                  <a:pt x="6867715" y="4217821"/>
                </a:lnTo>
                <a:cubicBezTo>
                  <a:pt x="6858587" y="4193860"/>
                  <a:pt x="6854023" y="4172181"/>
                  <a:pt x="6854023" y="4152783"/>
                </a:cubicBezTo>
                <a:lnTo>
                  <a:pt x="6842898" y="4152783"/>
                </a:lnTo>
                <a:cubicBezTo>
                  <a:pt x="6780142" y="4206411"/>
                  <a:pt x="6695421" y="4233225"/>
                  <a:pt x="6588737" y="4233225"/>
                </a:cubicBezTo>
                <a:cubicBezTo>
                  <a:pt x="6517423" y="4233225"/>
                  <a:pt x="6458233" y="4213400"/>
                  <a:pt x="6411166" y="4173750"/>
                </a:cubicBezTo>
                <a:cubicBezTo>
                  <a:pt x="6364099" y="4134099"/>
                  <a:pt x="6340566" y="4081470"/>
                  <a:pt x="6340566" y="4015862"/>
                </a:cubicBezTo>
                <a:cubicBezTo>
                  <a:pt x="6340566" y="3929144"/>
                  <a:pt x="6377221" y="3858116"/>
                  <a:pt x="6450531" y="3802777"/>
                </a:cubicBezTo>
                <a:cubicBezTo>
                  <a:pt x="6523841" y="3747438"/>
                  <a:pt x="6652348" y="3718056"/>
                  <a:pt x="6836052" y="3714633"/>
                </a:cubicBezTo>
                <a:cubicBezTo>
                  <a:pt x="6837193" y="3704364"/>
                  <a:pt x="6837763" y="3694666"/>
                  <a:pt x="6837763" y="3685538"/>
                </a:cubicBezTo>
                <a:cubicBezTo>
                  <a:pt x="6837763" y="3623923"/>
                  <a:pt x="6822930" y="3583274"/>
                  <a:pt x="6793264" y="3563592"/>
                </a:cubicBezTo>
                <a:cubicBezTo>
                  <a:pt x="6763597" y="3543909"/>
                  <a:pt x="6709113" y="3534068"/>
                  <a:pt x="6629813" y="3534068"/>
                </a:cubicBezTo>
                <a:cubicBezTo>
                  <a:pt x="6543667" y="3534068"/>
                  <a:pt x="6459517" y="3545478"/>
                  <a:pt x="6377363" y="3568298"/>
                </a:cubicBezTo>
                <a:lnTo>
                  <a:pt x="6396190" y="3410838"/>
                </a:lnTo>
                <a:cubicBezTo>
                  <a:pt x="6473779" y="3384024"/>
                  <a:pt x="6583317" y="3370617"/>
                  <a:pt x="6724803" y="3370617"/>
                </a:cubicBezTo>
                <a:close/>
                <a:moveTo>
                  <a:pt x="2238528" y="3370617"/>
                </a:moveTo>
                <a:cubicBezTo>
                  <a:pt x="2097043" y="3370617"/>
                  <a:pt x="1987505" y="3384024"/>
                  <a:pt x="1909916" y="3410838"/>
                </a:cubicBezTo>
                <a:lnTo>
                  <a:pt x="1891089" y="3568298"/>
                </a:lnTo>
                <a:cubicBezTo>
                  <a:pt x="1973242" y="3545478"/>
                  <a:pt x="2057392" y="3534068"/>
                  <a:pt x="2143539" y="3534068"/>
                </a:cubicBezTo>
                <a:cubicBezTo>
                  <a:pt x="2222839" y="3534068"/>
                  <a:pt x="2277323" y="3543909"/>
                  <a:pt x="2306990" y="3563592"/>
                </a:cubicBezTo>
                <a:cubicBezTo>
                  <a:pt x="2336656" y="3583274"/>
                  <a:pt x="2351489" y="3623923"/>
                  <a:pt x="2351489" y="3685538"/>
                </a:cubicBezTo>
                <a:cubicBezTo>
                  <a:pt x="2351489" y="3694666"/>
                  <a:pt x="2350918" y="3704364"/>
                  <a:pt x="2349777" y="3714633"/>
                </a:cubicBezTo>
                <a:cubicBezTo>
                  <a:pt x="2166074" y="3718056"/>
                  <a:pt x="2037567" y="3747438"/>
                  <a:pt x="1964257" y="3802777"/>
                </a:cubicBezTo>
                <a:cubicBezTo>
                  <a:pt x="1890946" y="3858116"/>
                  <a:pt x="1854291" y="3929144"/>
                  <a:pt x="1854291" y="4015862"/>
                </a:cubicBezTo>
                <a:cubicBezTo>
                  <a:pt x="1854291" y="4081470"/>
                  <a:pt x="1877825" y="4134099"/>
                  <a:pt x="1924892" y="4173750"/>
                </a:cubicBezTo>
                <a:cubicBezTo>
                  <a:pt x="1971959" y="4213400"/>
                  <a:pt x="2031149" y="4233225"/>
                  <a:pt x="2102462" y="4233225"/>
                </a:cubicBezTo>
                <a:cubicBezTo>
                  <a:pt x="2209147" y="4233225"/>
                  <a:pt x="2293868" y="4206411"/>
                  <a:pt x="2356623" y="4152783"/>
                </a:cubicBezTo>
                <a:lnTo>
                  <a:pt x="2367748" y="4152783"/>
                </a:lnTo>
                <a:cubicBezTo>
                  <a:pt x="2367748" y="4172181"/>
                  <a:pt x="2372312" y="4193860"/>
                  <a:pt x="2381440" y="4217821"/>
                </a:cubicBezTo>
                <a:lnTo>
                  <a:pt x="2583400" y="4210975"/>
                </a:lnTo>
                <a:cubicBezTo>
                  <a:pt x="2565144" y="4135668"/>
                  <a:pt x="2556016" y="4038967"/>
                  <a:pt x="2556016" y="3920872"/>
                </a:cubicBezTo>
                <a:cubicBezTo>
                  <a:pt x="2556016" y="3899763"/>
                  <a:pt x="2557015" y="3857546"/>
                  <a:pt x="2559011" y="3794219"/>
                </a:cubicBezTo>
                <a:cubicBezTo>
                  <a:pt x="2561008" y="3730893"/>
                  <a:pt x="2562006" y="3687249"/>
                  <a:pt x="2562006" y="3663288"/>
                </a:cubicBezTo>
                <a:cubicBezTo>
                  <a:pt x="2562006" y="3554891"/>
                  <a:pt x="2533908" y="3479014"/>
                  <a:pt x="2477714" y="3435655"/>
                </a:cubicBezTo>
                <a:cubicBezTo>
                  <a:pt x="2421518" y="3392297"/>
                  <a:pt x="2341790" y="3370617"/>
                  <a:pt x="2238528" y="3370617"/>
                </a:cubicBezTo>
                <a:close/>
                <a:moveTo>
                  <a:pt x="3171941" y="3369761"/>
                </a:moveTo>
                <a:cubicBezTo>
                  <a:pt x="3028173" y="3369761"/>
                  <a:pt x="2914928" y="3414404"/>
                  <a:pt x="2832204" y="3503688"/>
                </a:cubicBezTo>
                <a:cubicBezTo>
                  <a:pt x="2749481" y="3592973"/>
                  <a:pt x="2708118" y="3697518"/>
                  <a:pt x="2708118" y="3817325"/>
                </a:cubicBezTo>
                <a:cubicBezTo>
                  <a:pt x="2708118" y="3932568"/>
                  <a:pt x="2747626" y="4031265"/>
                  <a:pt x="2826641" y="4113418"/>
                </a:cubicBezTo>
                <a:cubicBezTo>
                  <a:pt x="2905657" y="4195572"/>
                  <a:pt x="3018760" y="4236648"/>
                  <a:pt x="3165951" y="4236648"/>
                </a:cubicBezTo>
                <a:cubicBezTo>
                  <a:pt x="3254950" y="4236648"/>
                  <a:pt x="3325408" y="4222956"/>
                  <a:pt x="3377324" y="4195572"/>
                </a:cubicBezTo>
                <a:lnTo>
                  <a:pt x="3391872" y="4032121"/>
                </a:lnTo>
                <a:cubicBezTo>
                  <a:pt x="3316565" y="4054941"/>
                  <a:pt x="3253523" y="4066352"/>
                  <a:pt x="3202749" y="4066352"/>
                </a:cubicBezTo>
                <a:cubicBezTo>
                  <a:pt x="3116031" y="4066352"/>
                  <a:pt x="3048997" y="4039538"/>
                  <a:pt x="3001645" y="3985910"/>
                </a:cubicBezTo>
                <a:cubicBezTo>
                  <a:pt x="2954292" y="3932282"/>
                  <a:pt x="2930617" y="3866674"/>
                  <a:pt x="2930617" y="3789085"/>
                </a:cubicBezTo>
                <a:cubicBezTo>
                  <a:pt x="2930617" y="3717771"/>
                  <a:pt x="2950584" y="3657725"/>
                  <a:pt x="2990519" y="3608947"/>
                </a:cubicBezTo>
                <a:cubicBezTo>
                  <a:pt x="3030456" y="3560168"/>
                  <a:pt x="3084939" y="3535779"/>
                  <a:pt x="3153970" y="3535779"/>
                </a:cubicBezTo>
                <a:cubicBezTo>
                  <a:pt x="3219008" y="3535779"/>
                  <a:pt x="3277771" y="3546619"/>
                  <a:pt x="3330257" y="3568298"/>
                </a:cubicBezTo>
                <a:lnTo>
                  <a:pt x="3359353" y="3393723"/>
                </a:lnTo>
                <a:cubicBezTo>
                  <a:pt x="3304584" y="3377749"/>
                  <a:pt x="3242114" y="3369761"/>
                  <a:pt x="3171941" y="3369761"/>
                </a:cubicBezTo>
                <a:close/>
                <a:moveTo>
                  <a:pt x="5802775" y="3361204"/>
                </a:moveTo>
                <a:cubicBezTo>
                  <a:pt x="5916306" y="3361204"/>
                  <a:pt x="6013720" y="3398429"/>
                  <a:pt x="6095018" y="3472881"/>
                </a:cubicBezTo>
                <a:cubicBezTo>
                  <a:pt x="6176315" y="3547332"/>
                  <a:pt x="6216964" y="3651878"/>
                  <a:pt x="6216964" y="3786517"/>
                </a:cubicBezTo>
                <a:cubicBezTo>
                  <a:pt x="6216964" y="3930285"/>
                  <a:pt x="6172750" y="4042676"/>
                  <a:pt x="6084321" y="4123688"/>
                </a:cubicBezTo>
                <a:cubicBezTo>
                  <a:pt x="5995892" y="4204700"/>
                  <a:pt x="5891774" y="4245206"/>
                  <a:pt x="5771968" y="4245206"/>
                </a:cubicBezTo>
                <a:cubicBezTo>
                  <a:pt x="5657866" y="4245206"/>
                  <a:pt x="5560024" y="4208266"/>
                  <a:pt x="5478442" y="4134385"/>
                </a:cubicBezTo>
                <a:cubicBezTo>
                  <a:pt x="5396859" y="4060504"/>
                  <a:pt x="5356068" y="3956529"/>
                  <a:pt x="5356068" y="3822459"/>
                </a:cubicBezTo>
                <a:cubicBezTo>
                  <a:pt x="5356068" y="3678121"/>
                  <a:pt x="5400567" y="3565161"/>
                  <a:pt x="5489566" y="3483578"/>
                </a:cubicBezTo>
                <a:cubicBezTo>
                  <a:pt x="5578566" y="3401995"/>
                  <a:pt x="5682969" y="3361204"/>
                  <a:pt x="5802775" y="3361204"/>
                </a:cubicBezTo>
                <a:close/>
                <a:moveTo>
                  <a:pt x="792737" y="3253378"/>
                </a:moveTo>
                <a:cubicBezTo>
                  <a:pt x="920531" y="3253378"/>
                  <a:pt x="984428" y="3304439"/>
                  <a:pt x="984428" y="3406559"/>
                </a:cubicBezTo>
                <a:cubicBezTo>
                  <a:pt x="984428" y="3512103"/>
                  <a:pt x="894288" y="3564875"/>
                  <a:pt x="714007" y="3564875"/>
                </a:cubicBezTo>
                <a:cubicBezTo>
                  <a:pt x="690046" y="3564875"/>
                  <a:pt x="667225" y="3564305"/>
                  <a:pt x="645546" y="3563164"/>
                </a:cubicBezTo>
                <a:cubicBezTo>
                  <a:pt x="645546" y="3422819"/>
                  <a:pt x="642409" y="3323836"/>
                  <a:pt x="636133" y="3266214"/>
                </a:cubicBezTo>
                <a:cubicBezTo>
                  <a:pt x="681773" y="3257657"/>
                  <a:pt x="733975" y="3253378"/>
                  <a:pt x="792737" y="3253378"/>
                </a:cubicBezTo>
                <a:close/>
                <a:moveTo>
                  <a:pt x="835525" y="3092495"/>
                </a:moveTo>
                <a:cubicBezTo>
                  <a:pt x="800724" y="3092495"/>
                  <a:pt x="752374" y="3093350"/>
                  <a:pt x="690474" y="3095062"/>
                </a:cubicBezTo>
                <a:cubicBezTo>
                  <a:pt x="628574" y="3096774"/>
                  <a:pt x="584502" y="3097629"/>
                  <a:pt x="558258" y="3097629"/>
                </a:cubicBezTo>
                <a:lnTo>
                  <a:pt x="419625" y="3097629"/>
                </a:lnTo>
                <a:cubicBezTo>
                  <a:pt x="427042" y="3244250"/>
                  <a:pt x="430750" y="3421393"/>
                  <a:pt x="430750" y="3629057"/>
                </a:cubicBezTo>
                <a:cubicBezTo>
                  <a:pt x="430750" y="3845280"/>
                  <a:pt x="427042" y="4039538"/>
                  <a:pt x="419625" y="4211831"/>
                </a:cubicBezTo>
                <a:cubicBezTo>
                  <a:pt x="555977" y="4215254"/>
                  <a:pt x="656386" y="4216966"/>
                  <a:pt x="720853" y="4216966"/>
                </a:cubicBezTo>
                <a:cubicBezTo>
                  <a:pt x="1092254" y="4216966"/>
                  <a:pt x="1277954" y="4103435"/>
                  <a:pt x="1277954" y="3876372"/>
                </a:cubicBezTo>
                <a:cubicBezTo>
                  <a:pt x="1277954" y="3791367"/>
                  <a:pt x="1252281" y="3727327"/>
                  <a:pt x="1200936" y="3684254"/>
                </a:cubicBezTo>
                <a:cubicBezTo>
                  <a:pt x="1149590" y="3641181"/>
                  <a:pt x="1089401" y="3614224"/>
                  <a:pt x="1020370" y="3603385"/>
                </a:cubicBezTo>
                <a:lnTo>
                  <a:pt x="1020370" y="3590548"/>
                </a:lnTo>
                <a:cubicBezTo>
                  <a:pt x="1149875" y="3549471"/>
                  <a:pt x="1214628" y="3465607"/>
                  <a:pt x="1214628" y="3338954"/>
                </a:cubicBezTo>
                <a:cubicBezTo>
                  <a:pt x="1214628" y="3174648"/>
                  <a:pt x="1088261" y="3092495"/>
                  <a:pt x="835525" y="3092495"/>
                </a:cubicBezTo>
                <a:close/>
                <a:moveTo>
                  <a:pt x="8685352" y="3001784"/>
                </a:moveTo>
                <a:cubicBezTo>
                  <a:pt x="8676224" y="3134712"/>
                  <a:pt x="8671660" y="3325832"/>
                  <a:pt x="8671660" y="3575144"/>
                </a:cubicBezTo>
                <a:cubicBezTo>
                  <a:pt x="8671660" y="3827879"/>
                  <a:pt x="8677935" y="4039823"/>
                  <a:pt x="8690487" y="4210975"/>
                </a:cubicBezTo>
                <a:lnTo>
                  <a:pt x="8487672" y="4217821"/>
                </a:lnTo>
                <a:cubicBezTo>
                  <a:pt x="8483678" y="4197854"/>
                  <a:pt x="8481681" y="4177030"/>
                  <a:pt x="8481681" y="4155351"/>
                </a:cubicBezTo>
                <a:lnTo>
                  <a:pt x="8468845" y="4155351"/>
                </a:lnTo>
                <a:cubicBezTo>
                  <a:pt x="8406090" y="4209549"/>
                  <a:pt x="8325933" y="4236648"/>
                  <a:pt x="8228376" y="4236648"/>
                </a:cubicBezTo>
                <a:cubicBezTo>
                  <a:pt x="8118838" y="4236648"/>
                  <a:pt x="8031836" y="4196998"/>
                  <a:pt x="7967369" y="4117697"/>
                </a:cubicBezTo>
                <a:cubicBezTo>
                  <a:pt x="7902902" y="4038397"/>
                  <a:pt x="7870668" y="3944263"/>
                  <a:pt x="7870668" y="3835296"/>
                </a:cubicBezTo>
                <a:cubicBezTo>
                  <a:pt x="7870668" y="3710355"/>
                  <a:pt x="7905754" y="3601530"/>
                  <a:pt x="7975926" y="3508823"/>
                </a:cubicBezTo>
                <a:cubicBezTo>
                  <a:pt x="8046099" y="3416115"/>
                  <a:pt x="8143656" y="3369761"/>
                  <a:pt x="8268597" y="3369761"/>
                </a:cubicBezTo>
                <a:cubicBezTo>
                  <a:pt x="8349609" y="3369761"/>
                  <a:pt x="8410368" y="3384880"/>
                  <a:pt x="8450874" y="3415117"/>
                </a:cubicBezTo>
                <a:lnTo>
                  <a:pt x="8462854" y="3415117"/>
                </a:lnTo>
                <a:cubicBezTo>
                  <a:pt x="8462854" y="3280477"/>
                  <a:pt x="8456293" y="3144982"/>
                  <a:pt x="8443172" y="3008630"/>
                </a:cubicBezTo>
                <a:close/>
                <a:moveTo>
                  <a:pt x="4646381" y="2994938"/>
                </a:moveTo>
                <a:cubicBezTo>
                  <a:pt x="4640676" y="3127866"/>
                  <a:pt x="4637823" y="3278195"/>
                  <a:pt x="4637823" y="3445924"/>
                </a:cubicBezTo>
                <a:lnTo>
                  <a:pt x="4648092" y="3445924"/>
                </a:lnTo>
                <a:cubicBezTo>
                  <a:pt x="4705714" y="3395149"/>
                  <a:pt x="4783588" y="3369761"/>
                  <a:pt x="4881715" y="3369761"/>
                </a:cubicBezTo>
                <a:cubicBezTo>
                  <a:pt x="4991253" y="3369761"/>
                  <a:pt x="5078113" y="3409269"/>
                  <a:pt x="5142295" y="3488284"/>
                </a:cubicBezTo>
                <a:cubicBezTo>
                  <a:pt x="5206477" y="3567300"/>
                  <a:pt x="5238568" y="3661291"/>
                  <a:pt x="5238568" y="3770258"/>
                </a:cubicBezTo>
                <a:cubicBezTo>
                  <a:pt x="5238568" y="3894058"/>
                  <a:pt x="5203197" y="4002740"/>
                  <a:pt x="5132453" y="4096303"/>
                </a:cubicBezTo>
                <a:cubicBezTo>
                  <a:pt x="5061711" y="4189867"/>
                  <a:pt x="4964439" y="4236648"/>
                  <a:pt x="4840639" y="4236648"/>
                </a:cubicBezTo>
                <a:cubicBezTo>
                  <a:pt x="4749358" y="4236648"/>
                  <a:pt x="4684890" y="4217251"/>
                  <a:pt x="4647237" y="4178456"/>
                </a:cubicBezTo>
                <a:lnTo>
                  <a:pt x="4636112" y="4178456"/>
                </a:lnTo>
                <a:lnTo>
                  <a:pt x="4618997" y="4211831"/>
                </a:lnTo>
                <a:lnTo>
                  <a:pt x="4417893" y="4211831"/>
                </a:lnTo>
                <a:cubicBezTo>
                  <a:pt x="4425309" y="4011583"/>
                  <a:pt x="4429017" y="3799639"/>
                  <a:pt x="4429017" y="3576000"/>
                </a:cubicBezTo>
                <a:cubicBezTo>
                  <a:pt x="4429017" y="3365483"/>
                  <a:pt x="4419604" y="3176359"/>
                  <a:pt x="4400778" y="3008630"/>
                </a:cubicBezTo>
                <a:close/>
                <a:moveTo>
                  <a:pt x="1695008" y="2994938"/>
                </a:moveTo>
                <a:lnTo>
                  <a:pt x="1447693" y="3008630"/>
                </a:lnTo>
                <a:cubicBezTo>
                  <a:pt x="1465379" y="3164379"/>
                  <a:pt x="1474221" y="3353502"/>
                  <a:pt x="1474221" y="3576000"/>
                </a:cubicBezTo>
                <a:cubicBezTo>
                  <a:pt x="1474221" y="3804203"/>
                  <a:pt x="1469942" y="4016147"/>
                  <a:pt x="1461385" y="4211831"/>
                </a:cubicBezTo>
                <a:lnTo>
                  <a:pt x="1695008" y="4211831"/>
                </a:lnTo>
                <a:cubicBezTo>
                  <a:pt x="1686450" y="4017288"/>
                  <a:pt x="1682172" y="3805344"/>
                  <a:pt x="1682172" y="3576000"/>
                </a:cubicBezTo>
                <a:cubicBezTo>
                  <a:pt x="1682172" y="3350079"/>
                  <a:pt x="1686450" y="3156392"/>
                  <a:pt x="1695008" y="2994938"/>
                </a:cubicBezTo>
                <a:close/>
                <a:moveTo>
                  <a:pt x="748238" y="1610464"/>
                </a:moveTo>
                <a:cubicBezTo>
                  <a:pt x="947345" y="1610464"/>
                  <a:pt x="1046899" y="1667230"/>
                  <a:pt x="1046899" y="1780761"/>
                </a:cubicBezTo>
                <a:cubicBezTo>
                  <a:pt x="1046899" y="1843517"/>
                  <a:pt x="1022367" y="1887589"/>
                  <a:pt x="973303" y="1912976"/>
                </a:cubicBezTo>
                <a:cubicBezTo>
                  <a:pt x="924239" y="1938364"/>
                  <a:pt x="846935" y="1951058"/>
                  <a:pt x="741392" y="1951058"/>
                </a:cubicBezTo>
                <a:cubicBezTo>
                  <a:pt x="702597" y="1951058"/>
                  <a:pt x="673501" y="1948775"/>
                  <a:pt x="654104" y="1944211"/>
                </a:cubicBezTo>
                <a:cubicBezTo>
                  <a:pt x="648969" y="1843802"/>
                  <a:pt x="646402" y="1733980"/>
                  <a:pt x="646402" y="1614743"/>
                </a:cubicBezTo>
                <a:cubicBezTo>
                  <a:pt x="674928" y="1611891"/>
                  <a:pt x="708873" y="1610464"/>
                  <a:pt x="748238" y="1610464"/>
                </a:cubicBezTo>
                <a:close/>
                <a:moveTo>
                  <a:pt x="5549879" y="1418774"/>
                </a:moveTo>
                <a:cubicBezTo>
                  <a:pt x="5474572" y="1418774"/>
                  <a:pt x="5418662" y="1446729"/>
                  <a:pt x="5382150" y="1502639"/>
                </a:cubicBezTo>
                <a:cubicBezTo>
                  <a:pt x="5345637" y="1558548"/>
                  <a:pt x="5327381" y="1627009"/>
                  <a:pt x="5327381" y="1708022"/>
                </a:cubicBezTo>
                <a:cubicBezTo>
                  <a:pt x="5327381" y="1779905"/>
                  <a:pt x="5345067" y="1841948"/>
                  <a:pt x="5380438" y="1894149"/>
                </a:cubicBezTo>
                <a:cubicBezTo>
                  <a:pt x="5415810" y="1946351"/>
                  <a:pt x="5464873" y="1972452"/>
                  <a:pt x="5527629" y="1972452"/>
                </a:cubicBezTo>
                <a:cubicBezTo>
                  <a:pt x="5611494" y="1972452"/>
                  <a:pt x="5670256" y="1952199"/>
                  <a:pt x="5703916" y="1911693"/>
                </a:cubicBezTo>
                <a:cubicBezTo>
                  <a:pt x="5703916" y="1729701"/>
                  <a:pt x="5699637" y="1579087"/>
                  <a:pt x="5691080" y="1459851"/>
                </a:cubicBezTo>
                <a:cubicBezTo>
                  <a:pt x="5651715" y="1432466"/>
                  <a:pt x="5604648" y="1418774"/>
                  <a:pt x="5549879" y="1418774"/>
                </a:cubicBezTo>
                <a:close/>
                <a:moveTo>
                  <a:pt x="3583674" y="1414495"/>
                </a:moveTo>
                <a:cubicBezTo>
                  <a:pt x="3645859" y="1414495"/>
                  <a:pt x="3696349" y="1442592"/>
                  <a:pt x="3735144" y="1498788"/>
                </a:cubicBezTo>
                <a:cubicBezTo>
                  <a:pt x="3773938" y="1554983"/>
                  <a:pt x="3793336" y="1624442"/>
                  <a:pt x="3793336" y="1707166"/>
                </a:cubicBezTo>
                <a:cubicBezTo>
                  <a:pt x="3793336" y="1785896"/>
                  <a:pt x="3774366" y="1851504"/>
                  <a:pt x="3736428" y="1903991"/>
                </a:cubicBezTo>
                <a:cubicBezTo>
                  <a:pt x="3698489" y="1956477"/>
                  <a:pt x="3649282" y="1982721"/>
                  <a:pt x="3588809" y="1982721"/>
                </a:cubicBezTo>
                <a:cubicBezTo>
                  <a:pt x="3526623" y="1982721"/>
                  <a:pt x="3476134" y="1954623"/>
                  <a:pt x="3437339" y="1898428"/>
                </a:cubicBezTo>
                <a:cubicBezTo>
                  <a:pt x="3398544" y="1842233"/>
                  <a:pt x="3379147" y="1772774"/>
                  <a:pt x="3379147" y="1690050"/>
                </a:cubicBezTo>
                <a:cubicBezTo>
                  <a:pt x="3379147" y="1611320"/>
                  <a:pt x="3398116" y="1545712"/>
                  <a:pt x="3436056" y="1493225"/>
                </a:cubicBezTo>
                <a:cubicBezTo>
                  <a:pt x="3473994" y="1440738"/>
                  <a:pt x="3523200" y="1414495"/>
                  <a:pt x="3583674" y="1414495"/>
                </a:cubicBezTo>
                <a:close/>
                <a:moveTo>
                  <a:pt x="8453738" y="1408505"/>
                </a:moveTo>
                <a:cubicBezTo>
                  <a:pt x="8347054" y="1408505"/>
                  <a:pt x="8283727" y="1476395"/>
                  <a:pt x="8263760" y="1612176"/>
                </a:cubicBezTo>
                <a:lnTo>
                  <a:pt x="8621468" y="1605330"/>
                </a:lnTo>
                <a:cubicBezTo>
                  <a:pt x="8621468" y="1474113"/>
                  <a:pt x="8565558" y="1408505"/>
                  <a:pt x="8453738" y="1408505"/>
                </a:cubicBezTo>
                <a:close/>
                <a:moveTo>
                  <a:pt x="1814815" y="1408505"/>
                </a:moveTo>
                <a:cubicBezTo>
                  <a:pt x="1926634" y="1408505"/>
                  <a:pt x="1982544" y="1474113"/>
                  <a:pt x="1982544" y="1605330"/>
                </a:cubicBezTo>
                <a:lnTo>
                  <a:pt x="1624835" y="1612176"/>
                </a:lnTo>
                <a:cubicBezTo>
                  <a:pt x="1644803" y="1476395"/>
                  <a:pt x="1708130" y="1408505"/>
                  <a:pt x="1814815" y="1408505"/>
                </a:cubicBezTo>
                <a:close/>
                <a:moveTo>
                  <a:pt x="2269448" y="1293833"/>
                </a:moveTo>
                <a:cubicBezTo>
                  <a:pt x="2269448" y="1304672"/>
                  <a:pt x="2320793" y="1424622"/>
                  <a:pt x="2423484" y="1653680"/>
                </a:cubicBezTo>
                <a:cubicBezTo>
                  <a:pt x="2526176" y="1882739"/>
                  <a:pt x="2577521" y="2031214"/>
                  <a:pt x="2577521" y="2099104"/>
                </a:cubicBezTo>
                <a:cubicBezTo>
                  <a:pt x="2577521" y="2166424"/>
                  <a:pt x="2554701" y="2220195"/>
                  <a:pt x="2509061" y="2260415"/>
                </a:cubicBezTo>
                <a:cubicBezTo>
                  <a:pt x="2463420" y="2300636"/>
                  <a:pt x="2405228" y="2320747"/>
                  <a:pt x="2334485" y="2320747"/>
                </a:cubicBezTo>
                <a:lnTo>
                  <a:pt x="2351600" y="2485909"/>
                </a:lnTo>
                <a:cubicBezTo>
                  <a:pt x="2472548" y="2485909"/>
                  <a:pt x="2563259" y="2459665"/>
                  <a:pt x="2623732" y="2407179"/>
                </a:cubicBezTo>
                <a:cubicBezTo>
                  <a:pt x="2686489" y="2352980"/>
                  <a:pt x="2736408" y="2254568"/>
                  <a:pt x="2773491" y="2111941"/>
                </a:cubicBezTo>
                <a:cubicBezTo>
                  <a:pt x="2795170" y="2029217"/>
                  <a:pt x="2852507" y="1874039"/>
                  <a:pt x="2945499" y="1646407"/>
                </a:cubicBezTo>
                <a:cubicBezTo>
                  <a:pt x="3027082" y="1448440"/>
                  <a:pt x="3067873" y="1330916"/>
                  <a:pt x="3067873" y="1293833"/>
                </a:cubicBezTo>
                <a:lnTo>
                  <a:pt x="2842807" y="1293833"/>
                </a:lnTo>
                <a:cubicBezTo>
                  <a:pt x="2842807" y="1341755"/>
                  <a:pt x="2819275" y="1446871"/>
                  <a:pt x="2772207" y="1609181"/>
                </a:cubicBezTo>
                <a:cubicBezTo>
                  <a:pt x="2725140" y="1771490"/>
                  <a:pt x="2701607" y="1869190"/>
                  <a:pt x="2701607" y="1902279"/>
                </a:cubicBezTo>
                <a:lnTo>
                  <a:pt x="2689626" y="1902279"/>
                </a:lnTo>
                <a:cubicBezTo>
                  <a:pt x="2689626" y="1863485"/>
                  <a:pt x="2663668" y="1757370"/>
                  <a:pt x="2611752" y="1583936"/>
                </a:cubicBezTo>
                <a:cubicBezTo>
                  <a:pt x="2559836" y="1410502"/>
                  <a:pt x="2533878" y="1313800"/>
                  <a:pt x="2533878" y="1293833"/>
                </a:cubicBezTo>
                <a:close/>
                <a:moveTo>
                  <a:pt x="3722009" y="1273447"/>
                </a:moveTo>
                <a:lnTo>
                  <a:pt x="3760710" y="1284098"/>
                </a:lnTo>
                <a:cubicBezTo>
                  <a:pt x="3809417" y="1302711"/>
                  <a:pt x="3854095" y="1330630"/>
                  <a:pt x="3894743" y="1367856"/>
                </a:cubicBezTo>
                <a:cubicBezTo>
                  <a:pt x="3976041" y="1442307"/>
                  <a:pt x="4016690" y="1546853"/>
                  <a:pt x="4016690" y="1681493"/>
                </a:cubicBezTo>
                <a:cubicBezTo>
                  <a:pt x="4016690" y="1753377"/>
                  <a:pt x="4005636" y="1817416"/>
                  <a:pt x="3983529" y="1873611"/>
                </a:cubicBezTo>
                <a:lnTo>
                  <a:pt x="3967796" y="1903371"/>
                </a:lnTo>
                <a:lnTo>
                  <a:pt x="3935775" y="1794535"/>
                </a:lnTo>
                <a:cubicBezTo>
                  <a:pt x="3903535" y="1697362"/>
                  <a:pt x="3868509" y="1603026"/>
                  <a:pt x="3830874" y="1511814"/>
                </a:cubicBezTo>
                <a:close/>
                <a:moveTo>
                  <a:pt x="4656315" y="1265593"/>
                </a:moveTo>
                <a:cubicBezTo>
                  <a:pt x="4744173" y="1265593"/>
                  <a:pt x="4814488" y="1286273"/>
                  <a:pt x="4867260" y="1327635"/>
                </a:cubicBezTo>
                <a:cubicBezTo>
                  <a:pt x="4920032" y="1368997"/>
                  <a:pt x="4946418" y="1445303"/>
                  <a:pt x="4946418" y="1556551"/>
                </a:cubicBezTo>
                <a:cubicBezTo>
                  <a:pt x="4946418" y="1573096"/>
                  <a:pt x="4945705" y="1595203"/>
                  <a:pt x="4944279" y="1622873"/>
                </a:cubicBezTo>
                <a:cubicBezTo>
                  <a:pt x="4942853" y="1650543"/>
                  <a:pt x="4942140" y="1678925"/>
                  <a:pt x="4942140" y="1708022"/>
                </a:cubicBezTo>
                <a:cubicBezTo>
                  <a:pt x="4942140" y="1785040"/>
                  <a:pt x="4943566" y="1917968"/>
                  <a:pt x="4946418" y="2106806"/>
                </a:cubicBezTo>
                <a:lnTo>
                  <a:pt x="4718786" y="2106806"/>
                </a:lnTo>
                <a:cubicBezTo>
                  <a:pt x="4731337" y="1962468"/>
                  <a:pt x="4737613" y="1816418"/>
                  <a:pt x="4737613" y="1668656"/>
                </a:cubicBezTo>
                <a:cubicBezTo>
                  <a:pt x="4737613" y="1579087"/>
                  <a:pt x="4724348" y="1518327"/>
                  <a:pt x="4697820" y="1486379"/>
                </a:cubicBezTo>
                <a:cubicBezTo>
                  <a:pt x="4671291" y="1454431"/>
                  <a:pt x="4630928" y="1438457"/>
                  <a:pt x="4576730" y="1438457"/>
                </a:cubicBezTo>
                <a:cubicBezTo>
                  <a:pt x="4511691" y="1438457"/>
                  <a:pt x="4450077" y="1460706"/>
                  <a:pt x="4391885" y="1505206"/>
                </a:cubicBezTo>
                <a:cubicBezTo>
                  <a:pt x="4394738" y="1727704"/>
                  <a:pt x="4396164" y="1928237"/>
                  <a:pt x="4396164" y="2106806"/>
                </a:cubicBezTo>
                <a:lnTo>
                  <a:pt x="4165964" y="2106806"/>
                </a:lnTo>
                <a:cubicBezTo>
                  <a:pt x="4176233" y="1928237"/>
                  <a:pt x="4181368" y="1787893"/>
                  <a:pt x="4181368" y="1685771"/>
                </a:cubicBezTo>
                <a:cubicBezTo>
                  <a:pt x="4181368" y="1549420"/>
                  <a:pt x="4167390" y="1420771"/>
                  <a:pt x="4139436" y="1299823"/>
                </a:cubicBezTo>
                <a:lnTo>
                  <a:pt x="4358510" y="1275862"/>
                </a:lnTo>
                <a:lnTo>
                  <a:pt x="4373058" y="1366572"/>
                </a:lnTo>
                <a:lnTo>
                  <a:pt x="4386750" y="1366572"/>
                </a:lnTo>
                <a:cubicBezTo>
                  <a:pt x="4464910" y="1299253"/>
                  <a:pt x="4554765" y="1265593"/>
                  <a:pt x="4656315" y="1265593"/>
                </a:cubicBezTo>
                <a:close/>
                <a:moveTo>
                  <a:pt x="8464008" y="1258747"/>
                </a:moveTo>
                <a:cubicBezTo>
                  <a:pt x="8584955" y="1258747"/>
                  <a:pt x="8674810" y="1291551"/>
                  <a:pt x="8733573" y="1357159"/>
                </a:cubicBezTo>
                <a:cubicBezTo>
                  <a:pt x="8792335" y="1422767"/>
                  <a:pt x="8821716" y="1508058"/>
                  <a:pt x="8821716" y="1613032"/>
                </a:cubicBezTo>
                <a:cubicBezTo>
                  <a:pt x="8821716" y="1642128"/>
                  <a:pt x="8820005" y="1680067"/>
                  <a:pt x="8816582" y="1726848"/>
                </a:cubicBezTo>
                <a:lnTo>
                  <a:pt x="8265471" y="1736262"/>
                </a:lnTo>
                <a:cubicBezTo>
                  <a:pt x="8273458" y="1800729"/>
                  <a:pt x="8301129" y="1854357"/>
                  <a:pt x="8348480" y="1897145"/>
                </a:cubicBezTo>
                <a:cubicBezTo>
                  <a:pt x="8395832" y="1939933"/>
                  <a:pt x="8458018" y="1961327"/>
                  <a:pt x="8535036" y="1961327"/>
                </a:cubicBezTo>
                <a:cubicBezTo>
                  <a:pt x="8620612" y="1961327"/>
                  <a:pt x="8711608" y="1948490"/>
                  <a:pt x="8808024" y="1922818"/>
                </a:cubicBezTo>
                <a:lnTo>
                  <a:pt x="8790909" y="2088835"/>
                </a:lnTo>
                <a:cubicBezTo>
                  <a:pt x="8712179" y="2117361"/>
                  <a:pt x="8614622" y="2131623"/>
                  <a:pt x="8498238" y="2131623"/>
                </a:cubicBezTo>
                <a:cubicBezTo>
                  <a:pt x="8351048" y="2131623"/>
                  <a:pt x="8238230" y="2090262"/>
                  <a:pt x="8159785" y="2007538"/>
                </a:cubicBezTo>
                <a:cubicBezTo>
                  <a:pt x="8081340" y="1924814"/>
                  <a:pt x="8042118" y="1825261"/>
                  <a:pt x="8042118" y="1708877"/>
                </a:cubicBezTo>
                <a:cubicBezTo>
                  <a:pt x="8042118" y="1587359"/>
                  <a:pt x="8079343" y="1481958"/>
                  <a:pt x="8153794" y="1392673"/>
                </a:cubicBezTo>
                <a:cubicBezTo>
                  <a:pt x="8228246" y="1303389"/>
                  <a:pt x="8331650" y="1258747"/>
                  <a:pt x="8464008" y="1258747"/>
                </a:cubicBezTo>
                <a:close/>
                <a:moveTo>
                  <a:pt x="1825084" y="1258747"/>
                </a:moveTo>
                <a:cubicBezTo>
                  <a:pt x="1692726" y="1258747"/>
                  <a:pt x="1589321" y="1303389"/>
                  <a:pt x="1514870" y="1392673"/>
                </a:cubicBezTo>
                <a:cubicBezTo>
                  <a:pt x="1440419" y="1481958"/>
                  <a:pt x="1403193" y="1587359"/>
                  <a:pt x="1403193" y="1708877"/>
                </a:cubicBezTo>
                <a:cubicBezTo>
                  <a:pt x="1403193" y="1825261"/>
                  <a:pt x="1442416" y="1924814"/>
                  <a:pt x="1520860" y="2007538"/>
                </a:cubicBezTo>
                <a:cubicBezTo>
                  <a:pt x="1599305" y="2090262"/>
                  <a:pt x="1712123" y="2131623"/>
                  <a:pt x="1859314" y="2131623"/>
                </a:cubicBezTo>
                <a:cubicBezTo>
                  <a:pt x="1975698" y="2131623"/>
                  <a:pt x="2073255" y="2117361"/>
                  <a:pt x="2151985" y="2088835"/>
                </a:cubicBezTo>
                <a:lnTo>
                  <a:pt x="2169100" y="1922818"/>
                </a:lnTo>
                <a:cubicBezTo>
                  <a:pt x="2072684" y="1948490"/>
                  <a:pt x="1981688" y="1961327"/>
                  <a:pt x="1896112" y="1961327"/>
                </a:cubicBezTo>
                <a:cubicBezTo>
                  <a:pt x="1819093" y="1961327"/>
                  <a:pt x="1756908" y="1939933"/>
                  <a:pt x="1709556" y="1897145"/>
                </a:cubicBezTo>
                <a:cubicBezTo>
                  <a:pt x="1662204" y="1854357"/>
                  <a:pt x="1634534" y="1800729"/>
                  <a:pt x="1626547" y="1736262"/>
                </a:cubicBezTo>
                <a:lnTo>
                  <a:pt x="2177657" y="1726848"/>
                </a:lnTo>
                <a:cubicBezTo>
                  <a:pt x="2181080" y="1680067"/>
                  <a:pt x="2182792" y="1642128"/>
                  <a:pt x="2182792" y="1613032"/>
                </a:cubicBezTo>
                <a:cubicBezTo>
                  <a:pt x="2182792" y="1508058"/>
                  <a:pt x="2153411" y="1422767"/>
                  <a:pt x="2094649" y="1357159"/>
                </a:cubicBezTo>
                <a:cubicBezTo>
                  <a:pt x="2035886" y="1291551"/>
                  <a:pt x="1946031" y="1258747"/>
                  <a:pt x="1825084" y="1258747"/>
                </a:cubicBezTo>
                <a:close/>
                <a:moveTo>
                  <a:pt x="792737" y="1148353"/>
                </a:moveTo>
                <a:cubicBezTo>
                  <a:pt x="920531" y="1148353"/>
                  <a:pt x="984428" y="1199414"/>
                  <a:pt x="984428" y="1301535"/>
                </a:cubicBezTo>
                <a:cubicBezTo>
                  <a:pt x="984428" y="1407079"/>
                  <a:pt x="894288" y="1459851"/>
                  <a:pt x="714007" y="1459851"/>
                </a:cubicBezTo>
                <a:cubicBezTo>
                  <a:pt x="690046" y="1459851"/>
                  <a:pt x="667226" y="1459280"/>
                  <a:pt x="645546" y="1458139"/>
                </a:cubicBezTo>
                <a:cubicBezTo>
                  <a:pt x="645546" y="1317794"/>
                  <a:pt x="642409" y="1218811"/>
                  <a:pt x="636133" y="1161190"/>
                </a:cubicBezTo>
                <a:cubicBezTo>
                  <a:pt x="681774" y="1152632"/>
                  <a:pt x="733975" y="1148353"/>
                  <a:pt x="792737" y="1148353"/>
                </a:cubicBezTo>
                <a:close/>
                <a:moveTo>
                  <a:pt x="6762828" y="1044806"/>
                </a:moveTo>
                <a:cubicBezTo>
                  <a:pt x="6754271" y="1158337"/>
                  <a:pt x="6749992" y="1246195"/>
                  <a:pt x="6749992" y="1308381"/>
                </a:cubicBezTo>
                <a:cubicBezTo>
                  <a:pt x="6797914" y="1308381"/>
                  <a:pt x="6869514" y="1306099"/>
                  <a:pt x="6964788" y="1301535"/>
                </a:cubicBezTo>
                <a:lnTo>
                  <a:pt x="6957942" y="1471831"/>
                </a:lnTo>
                <a:cubicBezTo>
                  <a:pt x="6871225" y="1468408"/>
                  <a:pt x="6800767" y="1466697"/>
                  <a:pt x="6746569" y="1466697"/>
                </a:cubicBezTo>
                <a:cubicBezTo>
                  <a:pt x="6745428" y="1542574"/>
                  <a:pt x="6744857" y="1622160"/>
                  <a:pt x="6744857" y="1705454"/>
                </a:cubicBezTo>
                <a:cubicBezTo>
                  <a:pt x="6744857" y="1807004"/>
                  <a:pt x="6755126" y="1875037"/>
                  <a:pt x="6775665" y="1909553"/>
                </a:cubicBezTo>
                <a:cubicBezTo>
                  <a:pt x="6796203" y="1944069"/>
                  <a:pt x="6832430" y="1961327"/>
                  <a:pt x="6884346" y="1961327"/>
                </a:cubicBezTo>
                <a:cubicBezTo>
                  <a:pt x="6915725" y="1961327"/>
                  <a:pt x="6949384" y="1956477"/>
                  <a:pt x="6985326" y="1946779"/>
                </a:cubicBezTo>
                <a:lnTo>
                  <a:pt x="6970778" y="2099104"/>
                </a:lnTo>
                <a:cubicBezTo>
                  <a:pt x="6930843" y="2116220"/>
                  <a:pt x="6880638" y="2124777"/>
                  <a:pt x="6820164" y="2124777"/>
                </a:cubicBezTo>
                <a:cubicBezTo>
                  <a:pt x="6727742" y="2124777"/>
                  <a:pt x="6658140" y="2099675"/>
                  <a:pt x="6611358" y="2049470"/>
                </a:cubicBezTo>
                <a:cubicBezTo>
                  <a:pt x="6564577" y="1999266"/>
                  <a:pt x="6541186" y="1902564"/>
                  <a:pt x="6541186" y="1759367"/>
                </a:cubicBezTo>
                <a:cubicBezTo>
                  <a:pt x="6541186" y="1673220"/>
                  <a:pt x="6541757" y="1575663"/>
                  <a:pt x="6542897" y="1466697"/>
                </a:cubicBezTo>
                <a:cubicBezTo>
                  <a:pt x="6513802" y="1466697"/>
                  <a:pt x="6474437" y="1468408"/>
                  <a:pt x="6424802" y="1471831"/>
                </a:cubicBezTo>
                <a:lnTo>
                  <a:pt x="6430793" y="1303246"/>
                </a:lnTo>
                <a:cubicBezTo>
                  <a:pt x="6474722" y="1306669"/>
                  <a:pt x="6515513" y="1308381"/>
                  <a:pt x="6553167" y="1308381"/>
                </a:cubicBezTo>
                <a:cubicBezTo>
                  <a:pt x="6553737" y="1278144"/>
                  <a:pt x="6556019" y="1198558"/>
                  <a:pt x="6560013" y="1069623"/>
                </a:cubicBezTo>
                <a:close/>
                <a:moveTo>
                  <a:pt x="835525" y="987470"/>
                </a:moveTo>
                <a:cubicBezTo>
                  <a:pt x="800724" y="987470"/>
                  <a:pt x="752374" y="988326"/>
                  <a:pt x="690474" y="990037"/>
                </a:cubicBezTo>
                <a:cubicBezTo>
                  <a:pt x="628574" y="991749"/>
                  <a:pt x="584502" y="992604"/>
                  <a:pt x="558259" y="992604"/>
                </a:cubicBezTo>
                <a:lnTo>
                  <a:pt x="419625" y="992604"/>
                </a:lnTo>
                <a:cubicBezTo>
                  <a:pt x="427042" y="1139225"/>
                  <a:pt x="430750" y="1316368"/>
                  <a:pt x="430750" y="1524032"/>
                </a:cubicBezTo>
                <a:cubicBezTo>
                  <a:pt x="430750" y="1740255"/>
                  <a:pt x="427042" y="1934513"/>
                  <a:pt x="419625" y="2106806"/>
                </a:cubicBezTo>
                <a:cubicBezTo>
                  <a:pt x="555977" y="2110229"/>
                  <a:pt x="656386" y="2111941"/>
                  <a:pt x="720853" y="2111941"/>
                </a:cubicBezTo>
                <a:cubicBezTo>
                  <a:pt x="1092254" y="2111941"/>
                  <a:pt x="1277954" y="1998410"/>
                  <a:pt x="1277954" y="1771348"/>
                </a:cubicBezTo>
                <a:cubicBezTo>
                  <a:pt x="1277954" y="1686342"/>
                  <a:pt x="1252281" y="1622302"/>
                  <a:pt x="1200936" y="1579229"/>
                </a:cubicBezTo>
                <a:cubicBezTo>
                  <a:pt x="1149590" y="1536156"/>
                  <a:pt x="1089401" y="1509199"/>
                  <a:pt x="1020370" y="1498360"/>
                </a:cubicBezTo>
                <a:lnTo>
                  <a:pt x="1020370" y="1485523"/>
                </a:lnTo>
                <a:cubicBezTo>
                  <a:pt x="1149875" y="1444447"/>
                  <a:pt x="1214628" y="1360582"/>
                  <a:pt x="1214628" y="1233929"/>
                </a:cubicBezTo>
                <a:cubicBezTo>
                  <a:pt x="1214628" y="1069623"/>
                  <a:pt x="1088260" y="987470"/>
                  <a:pt x="835525" y="987470"/>
                </a:cubicBezTo>
                <a:close/>
                <a:moveTo>
                  <a:pt x="5913578" y="896759"/>
                </a:moveTo>
                <a:cubicBezTo>
                  <a:pt x="5904450" y="1029688"/>
                  <a:pt x="5899886" y="1220808"/>
                  <a:pt x="5899886" y="1470119"/>
                </a:cubicBezTo>
                <a:cubicBezTo>
                  <a:pt x="5899886" y="1722855"/>
                  <a:pt x="5906161" y="1934798"/>
                  <a:pt x="5918712" y="2105950"/>
                </a:cubicBezTo>
                <a:lnTo>
                  <a:pt x="5715897" y="2112797"/>
                </a:lnTo>
                <a:cubicBezTo>
                  <a:pt x="5711903" y="2092829"/>
                  <a:pt x="5709906" y="2072005"/>
                  <a:pt x="5709906" y="2050326"/>
                </a:cubicBezTo>
                <a:lnTo>
                  <a:pt x="5697070" y="2050326"/>
                </a:lnTo>
                <a:cubicBezTo>
                  <a:pt x="5634314" y="2104524"/>
                  <a:pt x="5554158" y="2131623"/>
                  <a:pt x="5456601" y="2131623"/>
                </a:cubicBezTo>
                <a:cubicBezTo>
                  <a:pt x="5347063" y="2131623"/>
                  <a:pt x="5260061" y="2091973"/>
                  <a:pt x="5195594" y="2012673"/>
                </a:cubicBezTo>
                <a:cubicBezTo>
                  <a:pt x="5131126" y="1933372"/>
                  <a:pt x="5098893" y="1839238"/>
                  <a:pt x="5098893" y="1730271"/>
                </a:cubicBezTo>
                <a:cubicBezTo>
                  <a:pt x="5098893" y="1605330"/>
                  <a:pt x="5133979" y="1496506"/>
                  <a:pt x="5204151" y="1403798"/>
                </a:cubicBezTo>
                <a:cubicBezTo>
                  <a:pt x="5274324" y="1311091"/>
                  <a:pt x="5371881" y="1264737"/>
                  <a:pt x="5496822" y="1264737"/>
                </a:cubicBezTo>
                <a:cubicBezTo>
                  <a:pt x="5577834" y="1264737"/>
                  <a:pt x="5638593" y="1279855"/>
                  <a:pt x="5679099" y="1310092"/>
                </a:cubicBezTo>
                <a:lnTo>
                  <a:pt x="5691080" y="1310092"/>
                </a:lnTo>
                <a:cubicBezTo>
                  <a:pt x="5691080" y="1175452"/>
                  <a:pt x="5684519" y="1039957"/>
                  <a:pt x="5671397" y="903605"/>
                </a:cubicBezTo>
                <a:close/>
                <a:moveTo>
                  <a:pt x="7338533" y="889913"/>
                </a:moveTo>
                <a:cubicBezTo>
                  <a:pt x="7329975" y="1073617"/>
                  <a:pt x="7325696" y="1233359"/>
                  <a:pt x="7325696" y="1369140"/>
                </a:cubicBezTo>
                <a:lnTo>
                  <a:pt x="7336821" y="1369140"/>
                </a:lnTo>
                <a:cubicBezTo>
                  <a:pt x="7412128" y="1300108"/>
                  <a:pt x="7498275" y="1265593"/>
                  <a:pt x="7595261" y="1265593"/>
                </a:cubicBezTo>
                <a:cubicBezTo>
                  <a:pt x="7687113" y="1265593"/>
                  <a:pt x="7759139" y="1286416"/>
                  <a:pt x="7811341" y="1328063"/>
                </a:cubicBezTo>
                <a:cubicBezTo>
                  <a:pt x="7863542" y="1369710"/>
                  <a:pt x="7889643" y="1443021"/>
                  <a:pt x="7889643" y="1547994"/>
                </a:cubicBezTo>
                <a:cubicBezTo>
                  <a:pt x="7889643" y="1558833"/>
                  <a:pt x="7888930" y="1580941"/>
                  <a:pt x="7887504" y="1614315"/>
                </a:cubicBezTo>
                <a:cubicBezTo>
                  <a:pt x="7886077" y="1647690"/>
                  <a:pt x="7885364" y="1669797"/>
                  <a:pt x="7885364" y="1680637"/>
                </a:cubicBezTo>
                <a:cubicBezTo>
                  <a:pt x="7885364" y="1775912"/>
                  <a:pt x="7886791" y="1917968"/>
                  <a:pt x="7889643" y="2106806"/>
                </a:cubicBezTo>
                <a:lnTo>
                  <a:pt x="7662011" y="2106806"/>
                </a:lnTo>
                <a:cubicBezTo>
                  <a:pt x="7674562" y="1962468"/>
                  <a:pt x="7680837" y="1822123"/>
                  <a:pt x="7680837" y="1685771"/>
                </a:cubicBezTo>
                <a:cubicBezTo>
                  <a:pt x="7680837" y="1584221"/>
                  <a:pt x="7668001" y="1517614"/>
                  <a:pt x="7642328" y="1485951"/>
                </a:cubicBezTo>
                <a:cubicBezTo>
                  <a:pt x="7616655" y="1454288"/>
                  <a:pt x="7574438" y="1438457"/>
                  <a:pt x="7515675" y="1438457"/>
                </a:cubicBezTo>
                <a:cubicBezTo>
                  <a:pt x="7453490" y="1438457"/>
                  <a:pt x="7392446" y="1459280"/>
                  <a:pt x="7332542" y="1500927"/>
                </a:cubicBezTo>
                <a:cubicBezTo>
                  <a:pt x="7332542" y="1743393"/>
                  <a:pt x="7335394" y="1945353"/>
                  <a:pt x="7341100" y="2106806"/>
                </a:cubicBezTo>
                <a:lnTo>
                  <a:pt x="7113467" y="2106806"/>
                </a:lnTo>
                <a:cubicBezTo>
                  <a:pt x="7119743" y="1929949"/>
                  <a:pt x="7122881" y="1718005"/>
                  <a:pt x="7122881" y="1470975"/>
                </a:cubicBezTo>
                <a:cubicBezTo>
                  <a:pt x="7122881" y="1243343"/>
                  <a:pt x="7114038" y="1054220"/>
                  <a:pt x="7096352" y="903605"/>
                </a:cubicBezTo>
                <a:close/>
                <a:moveTo>
                  <a:pt x="0" y="0"/>
                </a:moveTo>
                <a:lnTo>
                  <a:pt x="2094271" y="0"/>
                </a:lnTo>
                <a:cubicBezTo>
                  <a:pt x="2744878" y="0"/>
                  <a:pt x="3326192" y="485752"/>
                  <a:pt x="3710313" y="1247838"/>
                </a:cubicBezTo>
                <a:lnTo>
                  <a:pt x="3722009" y="1273447"/>
                </a:lnTo>
                <a:lnTo>
                  <a:pt x="3684627" y="1263159"/>
                </a:lnTo>
                <a:cubicBezTo>
                  <a:pt x="3658259" y="1258506"/>
                  <a:pt x="3630883" y="1256179"/>
                  <a:pt x="3602501" y="1256179"/>
                </a:cubicBezTo>
                <a:cubicBezTo>
                  <a:pt x="3482694" y="1256179"/>
                  <a:pt x="3378291" y="1296971"/>
                  <a:pt x="3289292" y="1378553"/>
                </a:cubicBezTo>
                <a:cubicBezTo>
                  <a:pt x="3200293" y="1460135"/>
                  <a:pt x="3155793" y="1573096"/>
                  <a:pt x="3155793" y="1717435"/>
                </a:cubicBezTo>
                <a:cubicBezTo>
                  <a:pt x="3155793" y="1851504"/>
                  <a:pt x="3196584" y="1955479"/>
                  <a:pt x="3278167" y="2029360"/>
                </a:cubicBezTo>
                <a:cubicBezTo>
                  <a:pt x="3359749" y="2103241"/>
                  <a:pt x="3457591" y="2140181"/>
                  <a:pt x="3571693" y="2140181"/>
                </a:cubicBezTo>
                <a:cubicBezTo>
                  <a:pt x="3691500" y="2140181"/>
                  <a:pt x="3795618" y="2099675"/>
                  <a:pt x="3884046" y="2018663"/>
                </a:cubicBezTo>
                <a:cubicBezTo>
                  <a:pt x="3906153" y="1998410"/>
                  <a:pt x="3925497" y="1976196"/>
                  <a:pt x="3942078" y="1952020"/>
                </a:cubicBezTo>
                <a:lnTo>
                  <a:pt x="3967796" y="1903371"/>
                </a:lnTo>
                <a:lnTo>
                  <a:pt x="4023964" y="2094279"/>
                </a:lnTo>
                <a:cubicBezTo>
                  <a:pt x="4103446" y="2401959"/>
                  <a:pt x="4156280" y="2732586"/>
                  <a:pt x="4177730" y="3078405"/>
                </a:cubicBezTo>
                <a:lnTo>
                  <a:pt x="4187613" y="3398858"/>
                </a:lnTo>
                <a:lnTo>
                  <a:pt x="4000914" y="3398858"/>
                </a:lnTo>
                <a:cubicBezTo>
                  <a:pt x="4000914" y="3417114"/>
                  <a:pt x="3963545" y="3472310"/>
                  <a:pt x="3888808" y="3564447"/>
                </a:cubicBezTo>
                <a:cubicBezTo>
                  <a:pt x="3814072" y="3656584"/>
                  <a:pt x="3768717" y="3702653"/>
                  <a:pt x="3752742" y="3702653"/>
                </a:cubicBezTo>
                <a:lnTo>
                  <a:pt x="3740763" y="3702653"/>
                </a:lnTo>
                <a:cubicBezTo>
                  <a:pt x="3740191" y="3639897"/>
                  <a:pt x="3739907" y="3597680"/>
                  <a:pt x="3739907" y="3576000"/>
                </a:cubicBezTo>
                <a:cubicBezTo>
                  <a:pt x="3739907" y="3405418"/>
                  <a:pt x="3743900" y="3211731"/>
                  <a:pt x="3751887" y="2994938"/>
                </a:cubicBezTo>
                <a:lnTo>
                  <a:pt x="3508851" y="3008630"/>
                </a:lnTo>
                <a:cubicBezTo>
                  <a:pt x="3526536" y="3168943"/>
                  <a:pt x="3535380" y="3358067"/>
                  <a:pt x="3535380" y="3576000"/>
                </a:cubicBezTo>
                <a:cubicBezTo>
                  <a:pt x="3535380" y="3733460"/>
                  <a:pt x="3531956" y="3945404"/>
                  <a:pt x="3525110" y="4211831"/>
                </a:cubicBezTo>
                <a:lnTo>
                  <a:pt x="3751887" y="4211831"/>
                </a:lnTo>
                <a:cubicBezTo>
                  <a:pt x="3745041" y="4064070"/>
                  <a:pt x="3741618" y="3931712"/>
                  <a:pt x="3741618" y="3814758"/>
                </a:cubicBezTo>
                <a:lnTo>
                  <a:pt x="3752742" y="3814758"/>
                </a:lnTo>
                <a:cubicBezTo>
                  <a:pt x="3776704" y="3814758"/>
                  <a:pt x="3832043" y="3875659"/>
                  <a:pt x="3918761" y="3997463"/>
                </a:cubicBezTo>
                <a:cubicBezTo>
                  <a:pt x="4005478" y="4119266"/>
                  <a:pt x="4048836" y="4190722"/>
                  <a:pt x="4048836" y="4211831"/>
                </a:cubicBezTo>
                <a:lnTo>
                  <a:pt x="4131583" y="4211831"/>
                </a:lnTo>
                <a:lnTo>
                  <a:pt x="4094388" y="4448680"/>
                </a:lnTo>
                <a:cubicBezTo>
                  <a:pt x="4073991" y="4556052"/>
                  <a:pt x="4050458" y="4661162"/>
                  <a:pt x="4023964" y="4763722"/>
                </a:cubicBezTo>
                <a:lnTo>
                  <a:pt x="3944883" y="5032509"/>
                </a:lnTo>
                <a:lnTo>
                  <a:pt x="3909572" y="5036572"/>
                </a:lnTo>
                <a:cubicBezTo>
                  <a:pt x="3895507" y="5039875"/>
                  <a:pt x="3882227" y="5044748"/>
                  <a:pt x="3869733" y="5051189"/>
                </a:cubicBezTo>
                <a:cubicBezTo>
                  <a:pt x="3857237" y="5057631"/>
                  <a:pt x="3845718" y="5065538"/>
                  <a:pt x="3835175" y="5074910"/>
                </a:cubicBezTo>
                <a:cubicBezTo>
                  <a:pt x="3824631" y="5084283"/>
                  <a:pt x="3815645" y="5094828"/>
                  <a:pt x="3808215" y="5106546"/>
                </a:cubicBezTo>
                <a:cubicBezTo>
                  <a:pt x="3800785" y="5118264"/>
                  <a:pt x="3794993" y="5131163"/>
                  <a:pt x="3790839" y="5145242"/>
                </a:cubicBezTo>
                <a:cubicBezTo>
                  <a:pt x="3786684" y="5159322"/>
                  <a:pt x="3784607" y="5174607"/>
                  <a:pt x="3784607" y="5191099"/>
                </a:cubicBezTo>
                <a:cubicBezTo>
                  <a:pt x="3784607" y="5204564"/>
                  <a:pt x="3786211" y="5216774"/>
                  <a:pt x="3789419" y="5227730"/>
                </a:cubicBezTo>
                <a:cubicBezTo>
                  <a:pt x="3792627" y="5238686"/>
                  <a:pt x="3797009" y="5248703"/>
                  <a:pt x="3802566" y="5257781"/>
                </a:cubicBezTo>
                <a:cubicBezTo>
                  <a:pt x="3808123" y="5266858"/>
                  <a:pt x="3814723" y="5275102"/>
                  <a:pt x="3822368" y="5282512"/>
                </a:cubicBezTo>
                <a:cubicBezTo>
                  <a:pt x="3830013" y="5289922"/>
                  <a:pt x="3838157" y="5296735"/>
                  <a:pt x="3846799" y="5302951"/>
                </a:cubicBezTo>
                <a:lnTo>
                  <a:pt x="3846893" y="5303011"/>
                </a:lnTo>
                <a:lnTo>
                  <a:pt x="3830874" y="5346187"/>
                </a:lnTo>
                <a:lnTo>
                  <a:pt x="3798378" y="5417338"/>
                </a:lnTo>
                <a:lnTo>
                  <a:pt x="3777237" y="5416312"/>
                </a:lnTo>
                <a:cubicBezTo>
                  <a:pt x="3776341" y="5431717"/>
                  <a:pt x="3775587" y="5445563"/>
                  <a:pt x="3774975" y="5457849"/>
                </a:cubicBezTo>
                <a:lnTo>
                  <a:pt x="3774452" y="5469724"/>
                </a:lnTo>
                <a:lnTo>
                  <a:pt x="3710313" y="5610163"/>
                </a:lnTo>
                <a:cubicBezTo>
                  <a:pt x="3326192" y="6372248"/>
                  <a:pt x="2744878" y="6858000"/>
                  <a:pt x="209427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28575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7200" b="1" dirty="0">
              <a:latin typeface="Gabriola" panose="04040605051002020D02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209D40-6FCF-B353-28FB-3437D8BE2102}"/>
              </a:ext>
            </a:extLst>
          </p:cNvPr>
          <p:cNvSpPr txBox="1"/>
          <p:nvPr/>
        </p:nvSpPr>
        <p:spPr>
          <a:xfrm>
            <a:off x="9606113" y="5820695"/>
            <a:ext cx="25563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i="1" dirty="0" err="1">
                <a:solidFill>
                  <a:srgbClr val="E0DCB3"/>
                </a:solidFill>
                <a:latin typeface="Bookman Old Style" panose="02050604050505020204" pitchFamily="18" charset="0"/>
              </a:rPr>
              <a:t>M.Praveena</a:t>
            </a:r>
            <a:endParaRPr lang="en-US" sz="2000" i="1" dirty="0">
              <a:solidFill>
                <a:srgbClr val="E0DCB3"/>
              </a:solidFill>
              <a:latin typeface="Bookman Old Style" panose="02050604050505020204" pitchFamily="18" charset="0"/>
            </a:endParaRPr>
          </a:p>
          <a:p>
            <a:pPr algn="r"/>
            <a:r>
              <a:rPr lang="en-US" sz="2000" i="1" dirty="0" err="1">
                <a:solidFill>
                  <a:srgbClr val="E0DCB3"/>
                </a:solidFill>
                <a:latin typeface="Bookman Old Style" panose="02050604050505020204" pitchFamily="18" charset="0"/>
              </a:rPr>
              <a:t>V.Abirami</a:t>
            </a:r>
            <a:endParaRPr lang="en-US" sz="2000" i="1" dirty="0">
              <a:solidFill>
                <a:srgbClr val="E0DCB3"/>
              </a:solidFill>
              <a:latin typeface="Bookman Old Style" panose="02050604050505020204" pitchFamily="18" charset="0"/>
            </a:endParaRPr>
          </a:p>
          <a:p>
            <a:pPr algn="r"/>
            <a:r>
              <a:rPr lang="en-US" sz="2000" i="1" dirty="0">
                <a:solidFill>
                  <a:srgbClr val="E0DCB3"/>
                </a:solidFill>
                <a:latin typeface="Bookman Old Style" panose="02050604050505020204" pitchFamily="18" charset="0"/>
              </a:rPr>
              <a:t>02 JUNE 2025</a:t>
            </a:r>
          </a:p>
          <a:p>
            <a:pPr algn="r"/>
            <a:endParaRPr lang="en-US" sz="2000" i="1" dirty="0">
              <a:solidFill>
                <a:srgbClr val="E0DCB3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491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1B805EB-B20F-8439-1EA2-61403409F6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E6AD63-B378-AD8A-01AE-8D2A0031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6" y="1578569"/>
            <a:ext cx="10795821" cy="2133601"/>
          </a:xfrm>
        </p:spPr>
        <p:txBody>
          <a:bodyPr>
            <a:prstTxWarp prst="textArchUp">
              <a:avLst/>
            </a:prstTxWarp>
            <a:normAutofit/>
          </a:bodyPr>
          <a:lstStyle/>
          <a:p>
            <a:pPr algn="ctr"/>
            <a:r>
              <a:rPr lang="en-US" sz="8000" b="1" dirty="0">
                <a:solidFill>
                  <a:srgbClr val="8B632A"/>
                </a:solidFill>
                <a:latin typeface="Georgia" panose="02040502050405020303" pitchFamily="18" charset="0"/>
              </a:rPr>
              <a:t>Let’s Think About This…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B097A-E46A-E755-DE77-4BAE27C576D7}"/>
              </a:ext>
            </a:extLst>
          </p:cNvPr>
          <p:cNvSpPr txBox="1"/>
          <p:nvPr/>
        </p:nvSpPr>
        <p:spPr>
          <a:xfrm>
            <a:off x="2127209" y="2338111"/>
            <a:ext cx="81214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n w="0">
                  <a:solidFill>
                    <a:srgbClr val="8C632D"/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We go to school for years…</a:t>
            </a:r>
          </a:p>
          <a:p>
            <a:pPr algn="ctr"/>
            <a:r>
              <a:rPr lang="en-US" sz="4400" dirty="0">
                <a:ln w="0">
                  <a:solidFill>
                    <a:srgbClr val="8C632D"/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But, Are we really ready for real life?</a:t>
            </a:r>
          </a:p>
          <a:p>
            <a:pPr algn="ctr"/>
            <a:endParaRPr lang="en-US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1" name="Graphic 50" descr="Help with solid fill">
            <a:extLst>
              <a:ext uri="{FF2B5EF4-FFF2-40B4-BE49-F238E27FC236}">
                <a16:creationId xmlns:a16="http://schemas.microsoft.com/office/drawing/2014/main" id="{2BC3639E-0C1A-98DE-EF69-6991D3C76E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4891" y="4410284"/>
            <a:ext cx="2529840" cy="252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12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5A87A8-6A05-9D79-0DCE-2CFF18999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37C4F5-2B58-D2B5-CCC9-031D36020F06}"/>
              </a:ext>
            </a:extLst>
          </p:cNvPr>
          <p:cNvSpPr txBox="1"/>
          <p:nvPr/>
        </p:nvSpPr>
        <p:spPr>
          <a:xfrm>
            <a:off x="349454" y="203512"/>
            <a:ext cx="11700387" cy="1940957"/>
          </a:xfrm>
          <a:prstGeom prst="flowChartAlternateProcess">
            <a:avLst/>
          </a:prstGeom>
          <a:gradFill flip="none" rotWithShape="1">
            <a:gsLst>
              <a:gs pos="0">
                <a:srgbClr val="8C632D">
                  <a:alpha val="40000"/>
                </a:srgbClr>
              </a:gs>
              <a:gs pos="100000">
                <a:srgbClr val="8C632D">
                  <a:alpha val="4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Candara" panose="020E0502030303020204" pitchFamily="34" charset="0"/>
              </a:rPr>
              <a:t>Introduction – School Vs Real Life </a:t>
            </a:r>
          </a:p>
          <a:p>
            <a:pPr algn="ctr"/>
            <a:r>
              <a:rPr lang="en-US" sz="5400" dirty="0">
                <a:latin typeface="Candara" panose="020E0502030303020204" pitchFamily="34" charset="0"/>
              </a:rPr>
              <a:t>What is Missing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4316B-A244-6E14-204B-CF091604B661}"/>
              </a:ext>
            </a:extLst>
          </p:cNvPr>
          <p:cNvSpPr txBox="1"/>
          <p:nvPr/>
        </p:nvSpPr>
        <p:spPr>
          <a:xfrm>
            <a:off x="309880" y="2311400"/>
            <a:ext cx="11549461" cy="4392692"/>
          </a:xfrm>
          <a:prstGeom prst="flowChartAlternateProcess">
            <a:avLst/>
          </a:prstGeom>
          <a:gradFill>
            <a:gsLst>
              <a:gs pos="0">
                <a:srgbClr val="8C632D">
                  <a:alpha val="40000"/>
                </a:srgbClr>
              </a:gs>
              <a:gs pos="100000">
                <a:srgbClr val="8C632D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We pass exams, but feel </a:t>
            </a:r>
            <a:r>
              <a:rPr lang="en-US" sz="2800" b="1" dirty="0">
                <a:latin typeface="Bookman Old Style" panose="02050604050505020204" pitchFamily="18" charset="0"/>
              </a:rPr>
              <a:t>unprepared </a:t>
            </a:r>
            <a:r>
              <a:rPr lang="en-US" sz="2800" dirty="0">
                <a:latin typeface="Bookman Old Style" panose="02050604050505020204" pitchFamily="18" charset="0"/>
              </a:rPr>
              <a:t>for real life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School teaches </a:t>
            </a:r>
            <a:r>
              <a:rPr lang="en-US" sz="2800" b="1" dirty="0">
                <a:latin typeface="Bookman Old Style" panose="02050604050505020204" pitchFamily="18" charset="0"/>
              </a:rPr>
              <a:t>facts</a:t>
            </a:r>
            <a:r>
              <a:rPr lang="en-US" sz="2800" dirty="0">
                <a:latin typeface="Bookman Old Style" panose="02050604050505020204" pitchFamily="18" charset="0"/>
              </a:rPr>
              <a:t>, not always </a:t>
            </a:r>
            <a:r>
              <a:rPr lang="en-US" sz="2800" b="1" dirty="0">
                <a:latin typeface="Bookman Old Style" panose="02050604050505020204" pitchFamily="18" charset="0"/>
              </a:rPr>
              <a:t>real-world skills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b="1" dirty="0">
              <a:latin typeface="Bookman Old Style" panose="0205060405050502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Life lessons like </a:t>
            </a:r>
            <a:r>
              <a:rPr lang="en-US" sz="2800" b="1" dirty="0">
                <a:latin typeface="Bookman Old Style" panose="02050604050505020204" pitchFamily="18" charset="0"/>
              </a:rPr>
              <a:t>confidence</a:t>
            </a:r>
            <a:r>
              <a:rPr lang="en-US" sz="2800" dirty="0">
                <a:latin typeface="Bookman Old Style" panose="02050604050505020204" pitchFamily="18" charset="0"/>
              </a:rPr>
              <a:t>, </a:t>
            </a:r>
            <a:r>
              <a:rPr lang="en-US" sz="2800" b="1" dirty="0">
                <a:latin typeface="Bookman Old Style" panose="02050604050505020204" pitchFamily="18" charset="0"/>
              </a:rPr>
              <a:t>emotions</a:t>
            </a:r>
            <a:r>
              <a:rPr lang="en-US" sz="2800" dirty="0">
                <a:latin typeface="Bookman Old Style" panose="02050604050505020204" pitchFamily="18" charset="0"/>
              </a:rPr>
              <a:t>, and </a:t>
            </a:r>
            <a:r>
              <a:rPr lang="en-US" sz="2800" b="1" dirty="0">
                <a:latin typeface="Bookman Old Style" panose="02050604050505020204" pitchFamily="18" charset="0"/>
              </a:rPr>
              <a:t>money</a:t>
            </a:r>
            <a:r>
              <a:rPr lang="en-US" sz="2800" dirty="0">
                <a:latin typeface="Bookman Old Style" panose="02050604050505020204" pitchFamily="18" charset="0"/>
              </a:rPr>
              <a:t> are often missing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Bookman Old Style" panose="02050604050505020204" pitchFamily="18" charset="0"/>
              </a:rPr>
              <a:t>This presentation explores </a:t>
            </a:r>
            <a:r>
              <a:rPr lang="en-US" sz="2800" b="1" dirty="0">
                <a:latin typeface="Bookman Old Style" panose="02050604050505020204" pitchFamily="18" charset="0"/>
              </a:rPr>
              <a:t>what school doesn’t teach us—but life does</a:t>
            </a:r>
          </a:p>
        </p:txBody>
      </p:sp>
    </p:spTree>
    <p:extLst>
      <p:ext uri="{BB962C8B-B14F-4D97-AF65-F5344CB8AC3E}">
        <p14:creationId xmlns:p14="http://schemas.microsoft.com/office/powerpoint/2010/main" val="8435189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F417FA-4022-F1EF-1329-18389911B0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799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2B40D3-0071-A4B3-8025-E1DEE3935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443105"/>
            <a:ext cx="10726502" cy="1521903"/>
          </a:xfrm>
          <a:prstGeom prst="roundRect">
            <a:avLst/>
          </a:prstGeom>
          <a:gradFill>
            <a:gsLst>
              <a:gs pos="0">
                <a:srgbClr val="8C632D">
                  <a:alpha val="40000"/>
                </a:srgbClr>
              </a:gs>
              <a:gs pos="100000">
                <a:srgbClr val="8C632D">
                  <a:alpha val="40000"/>
                </a:srgbClr>
              </a:gs>
            </a:gsLst>
            <a:lin ang="0" scaled="1"/>
          </a:gradFill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8C632D"/>
                </a:solidFill>
                <a:latin typeface="Trebuchet MS" panose="020B0603020202020204" pitchFamily="34" charset="0"/>
              </a:rPr>
              <a:t>Objective – Why We Chose This Topic?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EC025-0B88-B173-077C-4BB72E278780}"/>
              </a:ext>
            </a:extLst>
          </p:cNvPr>
          <p:cNvSpPr txBox="1"/>
          <p:nvPr/>
        </p:nvSpPr>
        <p:spPr>
          <a:xfrm>
            <a:off x="701040" y="2536723"/>
            <a:ext cx="10340586" cy="2349579"/>
          </a:xfrm>
          <a:prstGeom prst="roundRect">
            <a:avLst/>
          </a:prstGeom>
          <a:gradFill>
            <a:gsLst>
              <a:gs pos="0">
                <a:srgbClr val="8C632D">
                  <a:alpha val="40000"/>
                </a:srgbClr>
              </a:gs>
              <a:gs pos="100000">
                <a:srgbClr val="8C632D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2">
                    <a:lumMod val="50000"/>
                  </a:schemeClr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To highlight that </a:t>
            </a:r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real education means learning life skills-not just passing exams.</a:t>
            </a:r>
          </a:p>
        </p:txBody>
      </p:sp>
    </p:spTree>
    <p:extLst>
      <p:ext uri="{BB962C8B-B14F-4D97-AF65-F5344CB8AC3E}">
        <p14:creationId xmlns:p14="http://schemas.microsoft.com/office/powerpoint/2010/main" val="33215171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709E0-3C52-E29F-6164-B680E8525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8873F96-D81C-E836-6DF2-774D494AA333}"/>
              </a:ext>
            </a:extLst>
          </p:cNvPr>
          <p:cNvGrpSpPr/>
          <p:nvPr/>
        </p:nvGrpSpPr>
        <p:grpSpPr>
          <a:xfrm>
            <a:off x="3801456" y="7220096"/>
            <a:ext cx="4330805" cy="4849685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9B5BA08-2C5B-30F8-C328-6F1F2C3D964A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4891326-BB4A-C1ED-3A0C-F0575DC7AC33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23" name="Flowchart: Connector 22">
                <a:extLst>
                  <a:ext uri="{FF2B5EF4-FFF2-40B4-BE49-F238E27FC236}">
                    <a16:creationId xmlns:a16="http://schemas.microsoft.com/office/drawing/2014/main" id="{158DFC99-4D26-2876-A397-39DB7C25B71B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Flowchart: Connector 23">
                <a:extLst>
                  <a:ext uri="{FF2B5EF4-FFF2-40B4-BE49-F238E27FC236}">
                    <a16:creationId xmlns:a16="http://schemas.microsoft.com/office/drawing/2014/main" id="{1A1DCAF3-93BE-68A8-28F9-CECEFAC4F845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657EDC9-977C-A935-B7BD-93A9BD2DB288}"/>
              </a:ext>
            </a:extLst>
          </p:cNvPr>
          <p:cNvGrpSpPr/>
          <p:nvPr/>
        </p:nvGrpSpPr>
        <p:grpSpPr>
          <a:xfrm>
            <a:off x="3798649" y="7228620"/>
            <a:ext cx="4375833" cy="4799781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E75CEC9-657B-C9D5-477B-B3AB2EC50745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68AA47-2D0D-D70F-4F6C-543A8D8E1FB6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36" name="Flowchart: Connector 35">
                <a:extLst>
                  <a:ext uri="{FF2B5EF4-FFF2-40B4-BE49-F238E27FC236}">
                    <a16:creationId xmlns:a16="http://schemas.microsoft.com/office/drawing/2014/main" id="{30D9FE6F-2CC0-5A0A-9600-53FADCD860DA}"/>
                  </a:ext>
                </a:extLst>
              </p:cNvPr>
              <p:cNvSpPr/>
              <p:nvPr/>
            </p:nvSpPr>
            <p:spPr>
              <a:xfrm rot="18900000"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lowchart: Connector 36">
                <a:extLst>
                  <a:ext uri="{FF2B5EF4-FFF2-40B4-BE49-F238E27FC236}">
                    <a16:creationId xmlns:a16="http://schemas.microsoft.com/office/drawing/2014/main" id="{3948A484-52FC-BE38-6407-85B6C9E1DD7D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4E19A4F-7F0B-6C04-9EAC-F888DB2C6110}"/>
              </a:ext>
            </a:extLst>
          </p:cNvPr>
          <p:cNvGrpSpPr/>
          <p:nvPr/>
        </p:nvGrpSpPr>
        <p:grpSpPr>
          <a:xfrm>
            <a:off x="3836912" y="7255187"/>
            <a:ext cx="4375833" cy="4799781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0F66769-814B-67D3-5F4A-AB4D62ACE511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64B5477-C439-C52E-B92A-7EFDA5EE8500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41" name="Flowchart: Connector 40">
                <a:extLst>
                  <a:ext uri="{FF2B5EF4-FFF2-40B4-BE49-F238E27FC236}">
                    <a16:creationId xmlns:a16="http://schemas.microsoft.com/office/drawing/2014/main" id="{86760B83-908F-DD16-41D0-4003BC44944C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28CE9585-4CD3-EE32-68C9-6FF292D62D1B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0456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crush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B479DA5-3390-C207-EE19-062C7687BBA0}"/>
              </a:ext>
            </a:extLst>
          </p:cNvPr>
          <p:cNvGrpSpPr/>
          <p:nvPr/>
        </p:nvGrpSpPr>
        <p:grpSpPr>
          <a:xfrm rot="18900000">
            <a:off x="3801456" y="687216"/>
            <a:ext cx="4330805" cy="4849685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46AEFC-0E31-C7A6-F7DC-BAC7779EB7E0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8705272-E03A-FEA7-1E2C-4CB840BB4B5C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23" name="Flowchart: Connector 22">
                <a:extLst>
                  <a:ext uri="{FF2B5EF4-FFF2-40B4-BE49-F238E27FC236}">
                    <a16:creationId xmlns:a16="http://schemas.microsoft.com/office/drawing/2014/main" id="{F1A442DD-7803-7F75-224D-982FD25B23B2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lowchart: Connector 23">
                <a:extLst>
                  <a:ext uri="{FF2B5EF4-FFF2-40B4-BE49-F238E27FC236}">
                    <a16:creationId xmlns:a16="http://schemas.microsoft.com/office/drawing/2014/main" id="{B18993CE-A8CB-6724-695F-9103C6C0450C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3DC31E9-0842-9970-1DBD-9E7D27688497}"/>
              </a:ext>
            </a:extLst>
          </p:cNvPr>
          <p:cNvGrpSpPr/>
          <p:nvPr/>
        </p:nvGrpSpPr>
        <p:grpSpPr>
          <a:xfrm rot="2700000">
            <a:off x="1573609" y="675420"/>
            <a:ext cx="4375833" cy="4799781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AF81BA6-FCF5-C191-06F2-57C18CC07F2A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4A8C28F-5803-9084-55E1-2D01C09DE544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36" name="Flowchart: Connector 35">
                <a:extLst>
                  <a:ext uri="{FF2B5EF4-FFF2-40B4-BE49-F238E27FC236}">
                    <a16:creationId xmlns:a16="http://schemas.microsoft.com/office/drawing/2014/main" id="{DDBE71DD-5D34-9876-2C54-96C78CE33442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lowchart: Connector 36">
                <a:extLst>
                  <a:ext uri="{FF2B5EF4-FFF2-40B4-BE49-F238E27FC236}">
                    <a16:creationId xmlns:a16="http://schemas.microsoft.com/office/drawing/2014/main" id="{96ECDF0D-CACD-A544-6E9C-1CA6F8E1717B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4572D9B-EBD8-FAD5-408E-56B4165850BB}"/>
              </a:ext>
            </a:extLst>
          </p:cNvPr>
          <p:cNvGrpSpPr/>
          <p:nvPr/>
        </p:nvGrpSpPr>
        <p:grpSpPr>
          <a:xfrm rot="2706074">
            <a:off x="5960352" y="752787"/>
            <a:ext cx="4375833" cy="4799781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8BEB2CC-FF6C-E76F-5D98-0F2EF4627D0A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26569D8-17EA-9BD0-CCB4-121AC4AB9C80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41" name="Flowchart: Connector 40">
                <a:extLst>
                  <a:ext uri="{FF2B5EF4-FFF2-40B4-BE49-F238E27FC236}">
                    <a16:creationId xmlns:a16="http://schemas.microsoft.com/office/drawing/2014/main" id="{C83D6153-E28D-4A6E-28E2-1F46D6C16393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D200EDA3-4BE9-5C67-829E-19AE945B56D3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3" name="Graphic 42" descr="Marketing with solid fill">
            <a:extLst>
              <a:ext uri="{FF2B5EF4-FFF2-40B4-BE49-F238E27FC236}">
                <a16:creationId xmlns:a16="http://schemas.microsoft.com/office/drawing/2014/main" id="{D8B52104-A6A7-6722-6656-5E86409B1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8574" y="3609797"/>
            <a:ext cx="1212210" cy="1212210"/>
          </a:xfrm>
          <a:prstGeom prst="rect">
            <a:avLst/>
          </a:prstGeom>
        </p:spPr>
      </p:pic>
      <p:pic>
        <p:nvPicPr>
          <p:cNvPr id="44" name="Graphic 43" descr="Magnifying glass with solid fill">
            <a:extLst>
              <a:ext uri="{FF2B5EF4-FFF2-40B4-BE49-F238E27FC236}">
                <a16:creationId xmlns:a16="http://schemas.microsoft.com/office/drawing/2014/main" id="{B1B4DFCC-888C-F1DD-95D3-BA8D336BC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1521" y="1373119"/>
            <a:ext cx="1406011" cy="1406011"/>
          </a:xfrm>
          <a:prstGeom prst="rect">
            <a:avLst/>
          </a:prstGeom>
        </p:spPr>
      </p:pic>
      <p:pic>
        <p:nvPicPr>
          <p:cNvPr id="45" name="Graphic 44" descr="Heart with pulse with solid fill">
            <a:extLst>
              <a:ext uri="{FF2B5EF4-FFF2-40B4-BE49-F238E27FC236}">
                <a16:creationId xmlns:a16="http://schemas.microsoft.com/office/drawing/2014/main" id="{62EFAD04-DB41-E611-FF08-B757FB1246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9912" y="3447600"/>
            <a:ext cx="1662224" cy="1662224"/>
          </a:xfrm>
          <a:prstGeom prst="rect">
            <a:avLst/>
          </a:prstGeom>
        </p:spPr>
      </p:pic>
      <p:pic>
        <p:nvPicPr>
          <p:cNvPr id="46" name="Graphic 45" descr="Briefcase with solid fill">
            <a:extLst>
              <a:ext uri="{FF2B5EF4-FFF2-40B4-BE49-F238E27FC236}">
                <a16:creationId xmlns:a16="http://schemas.microsoft.com/office/drawing/2014/main" id="{23052071-2E41-FC86-80B8-F6A6188483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90619" y="1375118"/>
            <a:ext cx="1498525" cy="1498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4D67A4-0BCE-4912-DB67-64595A7F3940}"/>
              </a:ext>
            </a:extLst>
          </p:cNvPr>
          <p:cNvSpPr txBox="1"/>
          <p:nvPr/>
        </p:nvSpPr>
        <p:spPr>
          <a:xfrm>
            <a:off x="3707055" y="3967914"/>
            <a:ext cx="227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  Communication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&amp; Confidence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3C68E-4359-F346-DAE1-255A328B6C0F}"/>
              </a:ext>
            </a:extLst>
          </p:cNvPr>
          <p:cNvSpPr txBox="1"/>
          <p:nvPr/>
        </p:nvSpPr>
        <p:spPr>
          <a:xfrm>
            <a:off x="6688659" y="1643791"/>
            <a:ext cx="1621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Real-World Skills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DAF3C-EE0C-9658-50F5-D588539CDF28}"/>
              </a:ext>
            </a:extLst>
          </p:cNvPr>
          <p:cNvSpPr txBox="1"/>
          <p:nvPr/>
        </p:nvSpPr>
        <p:spPr>
          <a:xfrm>
            <a:off x="2451960" y="1366791"/>
            <a:ext cx="1486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Finding Your Passion</a:t>
            </a:r>
            <a:endParaRPr lang="en-US" sz="1800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80422-E758-2A63-F2BB-EF80E57DDB12}"/>
              </a:ext>
            </a:extLst>
          </p:cNvPr>
          <p:cNvSpPr txBox="1"/>
          <p:nvPr/>
        </p:nvSpPr>
        <p:spPr>
          <a:xfrm>
            <a:off x="8232462" y="3920091"/>
            <a:ext cx="2551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Emotions &amp; Mental Strength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B75646-0C02-D4DC-A932-1C6AA283944E}"/>
              </a:ext>
            </a:extLst>
          </p:cNvPr>
          <p:cNvSpPr txBox="1"/>
          <p:nvPr/>
        </p:nvSpPr>
        <p:spPr>
          <a:xfrm>
            <a:off x="3290784" y="232429"/>
            <a:ext cx="5012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Presentation Overview</a:t>
            </a:r>
          </a:p>
        </p:txBody>
      </p:sp>
    </p:spTree>
    <p:extLst>
      <p:ext uri="{BB962C8B-B14F-4D97-AF65-F5344CB8AC3E}">
        <p14:creationId xmlns:p14="http://schemas.microsoft.com/office/powerpoint/2010/main" val="2248676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82A0D-5579-0277-3911-119E23BD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50FFE4-B66E-F987-2FF7-E0B3998F7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786" y="0"/>
            <a:ext cx="12847388" cy="6853514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0ECD7E1-6D27-3857-B18C-358DDDFD2F98}"/>
              </a:ext>
            </a:extLst>
          </p:cNvPr>
          <p:cNvSpPr/>
          <p:nvPr/>
        </p:nvSpPr>
        <p:spPr>
          <a:xfrm>
            <a:off x="2" y="-4914"/>
            <a:ext cx="12191999" cy="7433198"/>
          </a:xfrm>
          <a:custGeom>
            <a:avLst/>
            <a:gdLst>
              <a:gd name="connsiteX0" fmla="*/ 10574593 w 12191999"/>
              <a:gd name="connsiteY0" fmla="*/ 6862914 h 7433198"/>
              <a:gd name="connsiteX1" fmla="*/ 11223523 w 12191999"/>
              <a:gd name="connsiteY1" fmla="*/ 6862914 h 7433198"/>
              <a:gd name="connsiteX2" fmla="*/ 11223523 w 12191999"/>
              <a:gd name="connsiteY2" fmla="*/ 7349622 h 7433198"/>
              <a:gd name="connsiteX3" fmla="*/ 10574593 w 12191999"/>
              <a:gd name="connsiteY3" fmla="*/ 7349622 h 7433198"/>
              <a:gd name="connsiteX4" fmla="*/ 9704437 w 12191999"/>
              <a:gd name="connsiteY4" fmla="*/ 6862914 h 7433198"/>
              <a:gd name="connsiteX5" fmla="*/ 10353366 w 12191999"/>
              <a:gd name="connsiteY5" fmla="*/ 6862914 h 7433198"/>
              <a:gd name="connsiteX6" fmla="*/ 10353365 w 12191999"/>
              <a:gd name="connsiteY6" fmla="*/ 7433198 h 7433198"/>
              <a:gd name="connsiteX7" fmla="*/ 9704437 w 12191999"/>
              <a:gd name="connsiteY7" fmla="*/ 7433198 h 7433198"/>
              <a:gd name="connsiteX8" fmla="*/ 8686797 w 12191999"/>
              <a:gd name="connsiteY8" fmla="*/ 6862914 h 7433198"/>
              <a:gd name="connsiteX9" fmla="*/ 9335727 w 12191999"/>
              <a:gd name="connsiteY9" fmla="*/ 6862914 h 7433198"/>
              <a:gd name="connsiteX10" fmla="*/ 9335727 w 12191999"/>
              <a:gd name="connsiteY10" fmla="*/ 7369291 h 7433198"/>
              <a:gd name="connsiteX11" fmla="*/ 8686797 w 12191999"/>
              <a:gd name="connsiteY11" fmla="*/ 7369291 h 7433198"/>
              <a:gd name="connsiteX12" fmla="*/ 8219765 w 12191999"/>
              <a:gd name="connsiteY12" fmla="*/ 4918 h 7433198"/>
              <a:gd name="connsiteX13" fmla="*/ 8219764 w 12191999"/>
              <a:gd name="connsiteY13" fmla="*/ 1882879 h 7433198"/>
              <a:gd name="connsiteX14" fmla="*/ 8544229 w 12191999"/>
              <a:gd name="connsiteY14" fmla="*/ 3760840 h 7433198"/>
              <a:gd name="connsiteX15" fmla="*/ 8868693 w 12191999"/>
              <a:gd name="connsiteY15" fmla="*/ 1882879 h 7433198"/>
              <a:gd name="connsiteX16" fmla="*/ 8868693 w 12191999"/>
              <a:gd name="connsiteY16" fmla="*/ 4918 h 7433198"/>
              <a:gd name="connsiteX17" fmla="*/ 11208773 w 12191999"/>
              <a:gd name="connsiteY17" fmla="*/ 4915 h 7433198"/>
              <a:gd name="connsiteX18" fmla="*/ 11208773 w 12191999"/>
              <a:gd name="connsiteY18" fmla="*/ 1882876 h 7433198"/>
              <a:gd name="connsiteX19" fmla="*/ 11533237 w 12191999"/>
              <a:gd name="connsiteY19" fmla="*/ 3760837 h 7433198"/>
              <a:gd name="connsiteX20" fmla="*/ 11857703 w 12191999"/>
              <a:gd name="connsiteY20" fmla="*/ 1882876 h 7433198"/>
              <a:gd name="connsiteX21" fmla="*/ 11857703 w 12191999"/>
              <a:gd name="connsiteY21" fmla="*/ 4915 h 7433198"/>
              <a:gd name="connsiteX22" fmla="*/ 0 w 12191999"/>
              <a:gd name="connsiteY22" fmla="*/ 4915 h 7433198"/>
              <a:gd name="connsiteX23" fmla="*/ 9276735 w 12191999"/>
              <a:gd name="connsiteY23" fmla="*/ 4915 h 7433198"/>
              <a:gd name="connsiteX24" fmla="*/ 9276733 w 12191999"/>
              <a:gd name="connsiteY24" fmla="*/ 1877961 h 7433198"/>
              <a:gd name="connsiteX25" fmla="*/ 9601199 w 12191999"/>
              <a:gd name="connsiteY25" fmla="*/ 3755922 h 7433198"/>
              <a:gd name="connsiteX26" fmla="*/ 9925663 w 12191999"/>
              <a:gd name="connsiteY26" fmla="*/ 1877961 h 7433198"/>
              <a:gd name="connsiteX27" fmla="*/ 9925663 w 12191999"/>
              <a:gd name="connsiteY27" fmla="*/ 4915 h 7433198"/>
              <a:gd name="connsiteX28" fmla="*/ 10186219 w 12191999"/>
              <a:gd name="connsiteY28" fmla="*/ 4915 h 7433198"/>
              <a:gd name="connsiteX29" fmla="*/ 10186217 w 12191999"/>
              <a:gd name="connsiteY29" fmla="*/ 1877961 h 7433198"/>
              <a:gd name="connsiteX30" fmla="*/ 10510683 w 12191999"/>
              <a:gd name="connsiteY30" fmla="*/ 3755922 h 7433198"/>
              <a:gd name="connsiteX31" fmla="*/ 10835147 w 12191999"/>
              <a:gd name="connsiteY31" fmla="*/ 1877961 h 7433198"/>
              <a:gd name="connsiteX32" fmla="*/ 10835147 w 12191999"/>
              <a:gd name="connsiteY32" fmla="*/ 4915 h 7433198"/>
              <a:gd name="connsiteX33" fmla="*/ 12191999 w 12191999"/>
              <a:gd name="connsiteY33" fmla="*/ 4915 h 7433198"/>
              <a:gd name="connsiteX34" fmla="*/ 12191999 w 12191999"/>
              <a:gd name="connsiteY34" fmla="*/ 6862914 h 7433198"/>
              <a:gd name="connsiteX35" fmla="*/ 11223523 w 12191999"/>
              <a:gd name="connsiteY35" fmla="*/ 6862914 h 7433198"/>
              <a:gd name="connsiteX36" fmla="*/ 11223523 w 12191999"/>
              <a:gd name="connsiteY36" fmla="*/ 5471661 h 7433198"/>
              <a:gd name="connsiteX37" fmla="*/ 10899059 w 12191999"/>
              <a:gd name="connsiteY37" fmla="*/ 3593700 h 7433198"/>
              <a:gd name="connsiteX38" fmla="*/ 10574593 w 12191999"/>
              <a:gd name="connsiteY38" fmla="*/ 5471661 h 7433198"/>
              <a:gd name="connsiteX39" fmla="*/ 10574593 w 12191999"/>
              <a:gd name="connsiteY39" fmla="*/ 6862914 h 7433198"/>
              <a:gd name="connsiteX40" fmla="*/ 10353366 w 12191999"/>
              <a:gd name="connsiteY40" fmla="*/ 6862914 h 7433198"/>
              <a:gd name="connsiteX41" fmla="*/ 10353367 w 12191999"/>
              <a:gd name="connsiteY41" fmla="*/ 5555237 h 7433198"/>
              <a:gd name="connsiteX42" fmla="*/ 10028901 w 12191999"/>
              <a:gd name="connsiteY42" fmla="*/ 3677276 h 7433198"/>
              <a:gd name="connsiteX43" fmla="*/ 9704437 w 12191999"/>
              <a:gd name="connsiteY43" fmla="*/ 5555237 h 7433198"/>
              <a:gd name="connsiteX44" fmla="*/ 9704437 w 12191999"/>
              <a:gd name="connsiteY44" fmla="*/ 6862914 h 7433198"/>
              <a:gd name="connsiteX45" fmla="*/ 9335727 w 12191999"/>
              <a:gd name="connsiteY45" fmla="*/ 6862914 h 7433198"/>
              <a:gd name="connsiteX46" fmla="*/ 9335727 w 12191999"/>
              <a:gd name="connsiteY46" fmla="*/ 5491330 h 7433198"/>
              <a:gd name="connsiteX47" fmla="*/ 9011263 w 12191999"/>
              <a:gd name="connsiteY47" fmla="*/ 3613369 h 7433198"/>
              <a:gd name="connsiteX48" fmla="*/ 8686797 w 12191999"/>
              <a:gd name="connsiteY48" fmla="*/ 5491330 h 7433198"/>
              <a:gd name="connsiteX49" fmla="*/ 8686797 w 12191999"/>
              <a:gd name="connsiteY49" fmla="*/ 6862914 h 7433198"/>
              <a:gd name="connsiteX50" fmla="*/ 0 w 12191999"/>
              <a:gd name="connsiteY50" fmla="*/ 6862914 h 7433198"/>
              <a:gd name="connsiteX51" fmla="*/ 10186219 w 12191999"/>
              <a:gd name="connsiteY51" fmla="*/ 0 h 7433198"/>
              <a:gd name="connsiteX52" fmla="*/ 10835147 w 12191999"/>
              <a:gd name="connsiteY52" fmla="*/ 0 h 7433198"/>
              <a:gd name="connsiteX53" fmla="*/ 10835147 w 12191999"/>
              <a:gd name="connsiteY53" fmla="*/ 4915 h 7433198"/>
              <a:gd name="connsiteX54" fmla="*/ 10186219 w 12191999"/>
              <a:gd name="connsiteY54" fmla="*/ 4915 h 7433198"/>
              <a:gd name="connsiteX55" fmla="*/ 9276735 w 12191999"/>
              <a:gd name="connsiteY55" fmla="*/ 0 h 7433198"/>
              <a:gd name="connsiteX56" fmla="*/ 9925663 w 12191999"/>
              <a:gd name="connsiteY56" fmla="*/ 0 h 7433198"/>
              <a:gd name="connsiteX57" fmla="*/ 9925663 w 12191999"/>
              <a:gd name="connsiteY57" fmla="*/ 4915 h 7433198"/>
              <a:gd name="connsiteX58" fmla="*/ 9276735 w 12191999"/>
              <a:gd name="connsiteY58" fmla="*/ 4915 h 7433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1999" h="7433198">
                <a:moveTo>
                  <a:pt x="10574593" y="6862914"/>
                </a:moveTo>
                <a:lnTo>
                  <a:pt x="11223523" y="6862914"/>
                </a:lnTo>
                <a:lnTo>
                  <a:pt x="11223523" y="7349622"/>
                </a:lnTo>
                <a:lnTo>
                  <a:pt x="10574593" y="7349622"/>
                </a:lnTo>
                <a:close/>
                <a:moveTo>
                  <a:pt x="9704437" y="6862914"/>
                </a:moveTo>
                <a:lnTo>
                  <a:pt x="10353366" y="6862914"/>
                </a:lnTo>
                <a:lnTo>
                  <a:pt x="10353365" y="7433198"/>
                </a:lnTo>
                <a:lnTo>
                  <a:pt x="9704437" y="7433198"/>
                </a:lnTo>
                <a:close/>
                <a:moveTo>
                  <a:pt x="8686797" y="6862914"/>
                </a:moveTo>
                <a:lnTo>
                  <a:pt x="9335727" y="6862914"/>
                </a:lnTo>
                <a:lnTo>
                  <a:pt x="9335727" y="7369291"/>
                </a:lnTo>
                <a:lnTo>
                  <a:pt x="8686797" y="7369291"/>
                </a:lnTo>
                <a:close/>
                <a:moveTo>
                  <a:pt x="8219765" y="4918"/>
                </a:moveTo>
                <a:lnTo>
                  <a:pt x="8219764" y="1882879"/>
                </a:lnTo>
                <a:cubicBezTo>
                  <a:pt x="8219764" y="2920048"/>
                  <a:pt x="8365032" y="3760840"/>
                  <a:pt x="8544229" y="3760840"/>
                </a:cubicBezTo>
                <a:cubicBezTo>
                  <a:pt x="8723425" y="3760840"/>
                  <a:pt x="8868693" y="2920048"/>
                  <a:pt x="8868693" y="1882879"/>
                </a:cubicBezTo>
                <a:lnTo>
                  <a:pt x="8868693" y="4918"/>
                </a:lnTo>
                <a:close/>
                <a:moveTo>
                  <a:pt x="11208773" y="4915"/>
                </a:moveTo>
                <a:lnTo>
                  <a:pt x="11208773" y="1882876"/>
                </a:lnTo>
                <a:cubicBezTo>
                  <a:pt x="11208773" y="2920045"/>
                  <a:pt x="11354041" y="3760837"/>
                  <a:pt x="11533237" y="3760837"/>
                </a:cubicBezTo>
                <a:cubicBezTo>
                  <a:pt x="11712435" y="3760837"/>
                  <a:pt x="11857703" y="2920045"/>
                  <a:pt x="11857703" y="1882876"/>
                </a:cubicBezTo>
                <a:lnTo>
                  <a:pt x="11857703" y="4915"/>
                </a:lnTo>
                <a:close/>
                <a:moveTo>
                  <a:pt x="0" y="4915"/>
                </a:moveTo>
                <a:lnTo>
                  <a:pt x="9276735" y="4915"/>
                </a:lnTo>
                <a:lnTo>
                  <a:pt x="9276733" y="1877961"/>
                </a:lnTo>
                <a:cubicBezTo>
                  <a:pt x="9276733" y="2915130"/>
                  <a:pt x="9422001" y="3755922"/>
                  <a:pt x="9601199" y="3755922"/>
                </a:cubicBezTo>
                <a:cubicBezTo>
                  <a:pt x="9780395" y="3755922"/>
                  <a:pt x="9925663" y="2915130"/>
                  <a:pt x="9925663" y="1877961"/>
                </a:cubicBezTo>
                <a:lnTo>
                  <a:pt x="9925663" y="4915"/>
                </a:lnTo>
                <a:lnTo>
                  <a:pt x="10186219" y="4915"/>
                </a:lnTo>
                <a:lnTo>
                  <a:pt x="10186217" y="1877961"/>
                </a:lnTo>
                <a:cubicBezTo>
                  <a:pt x="10186217" y="2915130"/>
                  <a:pt x="10331485" y="3755922"/>
                  <a:pt x="10510683" y="3755922"/>
                </a:cubicBezTo>
                <a:cubicBezTo>
                  <a:pt x="10689879" y="3755922"/>
                  <a:pt x="10835147" y="2915130"/>
                  <a:pt x="10835147" y="1877961"/>
                </a:cubicBezTo>
                <a:lnTo>
                  <a:pt x="10835147" y="4915"/>
                </a:lnTo>
                <a:lnTo>
                  <a:pt x="12191999" y="4915"/>
                </a:lnTo>
                <a:lnTo>
                  <a:pt x="12191999" y="6862914"/>
                </a:lnTo>
                <a:lnTo>
                  <a:pt x="11223523" y="6862914"/>
                </a:lnTo>
                <a:lnTo>
                  <a:pt x="11223523" y="5471661"/>
                </a:lnTo>
                <a:cubicBezTo>
                  <a:pt x="11223523" y="4434492"/>
                  <a:pt x="11078255" y="3593700"/>
                  <a:pt x="10899059" y="3593700"/>
                </a:cubicBezTo>
                <a:cubicBezTo>
                  <a:pt x="10719861" y="3593700"/>
                  <a:pt x="10574593" y="4434492"/>
                  <a:pt x="10574593" y="5471661"/>
                </a:cubicBezTo>
                <a:lnTo>
                  <a:pt x="10574593" y="6862914"/>
                </a:lnTo>
                <a:lnTo>
                  <a:pt x="10353366" y="6862914"/>
                </a:lnTo>
                <a:lnTo>
                  <a:pt x="10353367" y="5555237"/>
                </a:lnTo>
                <a:cubicBezTo>
                  <a:pt x="10353367" y="4518068"/>
                  <a:pt x="10208099" y="3677276"/>
                  <a:pt x="10028901" y="3677276"/>
                </a:cubicBezTo>
                <a:cubicBezTo>
                  <a:pt x="9849705" y="3677276"/>
                  <a:pt x="9704437" y="4518068"/>
                  <a:pt x="9704437" y="5555237"/>
                </a:cubicBezTo>
                <a:lnTo>
                  <a:pt x="9704437" y="6862914"/>
                </a:lnTo>
                <a:lnTo>
                  <a:pt x="9335727" y="6862914"/>
                </a:lnTo>
                <a:lnTo>
                  <a:pt x="9335727" y="5491330"/>
                </a:lnTo>
                <a:cubicBezTo>
                  <a:pt x="9335727" y="4454161"/>
                  <a:pt x="9190459" y="3613369"/>
                  <a:pt x="9011263" y="3613369"/>
                </a:cubicBezTo>
                <a:cubicBezTo>
                  <a:pt x="8832065" y="3613369"/>
                  <a:pt x="8686797" y="4454161"/>
                  <a:pt x="8686797" y="5491330"/>
                </a:cubicBezTo>
                <a:lnTo>
                  <a:pt x="8686797" y="6862914"/>
                </a:lnTo>
                <a:lnTo>
                  <a:pt x="0" y="6862914"/>
                </a:lnTo>
                <a:close/>
                <a:moveTo>
                  <a:pt x="10186219" y="0"/>
                </a:moveTo>
                <a:lnTo>
                  <a:pt x="10835147" y="0"/>
                </a:lnTo>
                <a:lnTo>
                  <a:pt x="10835147" y="4915"/>
                </a:lnTo>
                <a:lnTo>
                  <a:pt x="10186219" y="4915"/>
                </a:lnTo>
                <a:close/>
                <a:moveTo>
                  <a:pt x="9276735" y="0"/>
                </a:moveTo>
                <a:lnTo>
                  <a:pt x="9925663" y="0"/>
                </a:lnTo>
                <a:lnTo>
                  <a:pt x="9925663" y="4915"/>
                </a:lnTo>
                <a:lnTo>
                  <a:pt x="9276735" y="4915"/>
                </a:lnTo>
                <a:close/>
              </a:path>
            </a:pathLst>
          </a:custGeom>
          <a:solidFill>
            <a:srgbClr val="FFF2CC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7A2BE44-DD8A-93D7-76D3-00B6BF1E45D0}"/>
              </a:ext>
            </a:extLst>
          </p:cNvPr>
          <p:cNvSpPr/>
          <p:nvPr/>
        </p:nvSpPr>
        <p:spPr>
          <a:xfrm>
            <a:off x="314632" y="324464"/>
            <a:ext cx="7561006" cy="5289755"/>
          </a:xfrm>
          <a:prstGeom prst="roundRect">
            <a:avLst>
              <a:gd name="adj" fmla="val 19083"/>
            </a:avLst>
          </a:prstGeom>
          <a:solidFill>
            <a:srgbClr val="8C63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35A8A88-ADE7-B312-1F5A-228195861652}"/>
              </a:ext>
            </a:extLst>
          </p:cNvPr>
          <p:cNvSpPr/>
          <p:nvPr/>
        </p:nvSpPr>
        <p:spPr>
          <a:xfrm>
            <a:off x="471948" y="6027174"/>
            <a:ext cx="7374194" cy="707923"/>
          </a:xfrm>
          <a:prstGeom prst="roundRect">
            <a:avLst>
              <a:gd name="adj" fmla="val 50000"/>
            </a:avLst>
          </a:prstGeom>
          <a:solidFill>
            <a:srgbClr val="8C63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0413B1-D2AD-9CE5-1D06-23DB49F41EDC}"/>
              </a:ext>
            </a:extLst>
          </p:cNvPr>
          <p:cNvSpPr/>
          <p:nvPr/>
        </p:nvSpPr>
        <p:spPr>
          <a:xfrm>
            <a:off x="457203" y="6016850"/>
            <a:ext cx="1764888" cy="707923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Graphic 54" descr="Marketing with solid fill">
            <a:extLst>
              <a:ext uri="{FF2B5EF4-FFF2-40B4-BE49-F238E27FC236}">
                <a16:creationId xmlns:a16="http://schemas.microsoft.com/office/drawing/2014/main" id="{D2DCAF40-DAFE-7625-07E0-0E347512D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575" y="5916011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714475-CE86-4D1B-F308-3F4118B12587}"/>
              </a:ext>
            </a:extLst>
          </p:cNvPr>
          <p:cNvSpPr txBox="1"/>
          <p:nvPr/>
        </p:nvSpPr>
        <p:spPr>
          <a:xfrm>
            <a:off x="756592" y="460736"/>
            <a:ext cx="5659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E0DCB3"/>
                </a:solidFill>
                <a:latin typeface="Arial Black" panose="020B0A04020102020204" pitchFamily="34" charset="0"/>
              </a:rPr>
              <a:t>  Communication &amp;</a:t>
            </a:r>
          </a:p>
          <a:p>
            <a:r>
              <a:rPr lang="en-US" sz="3600" dirty="0">
                <a:solidFill>
                  <a:srgbClr val="E0DCB3"/>
                </a:solidFill>
                <a:latin typeface="Arial Black" panose="020B0A04020102020204" pitchFamily="34" charset="0"/>
              </a:rPr>
              <a:t>  Confidence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B4DE2-5506-99D8-5B7D-2E7AC2A0A04F}"/>
              </a:ext>
            </a:extLst>
          </p:cNvPr>
          <p:cNvSpPr txBox="1"/>
          <p:nvPr/>
        </p:nvSpPr>
        <p:spPr>
          <a:xfrm>
            <a:off x="306750" y="1555686"/>
            <a:ext cx="7374194" cy="4049673"/>
          </a:xfrm>
          <a:prstGeom prst="roundRect">
            <a:avLst>
              <a:gd name="adj" fmla="val 24943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8C632D">
                  <a:alpha val="40000"/>
                </a:srgbClr>
              </a:gs>
            </a:gsLst>
            <a:lin ang="0" scaled="1"/>
          </a:gra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How to speak confidently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: Learn how to speak clearly and without hesitation. You don’t need to be perfect, just be comfortable with yourself.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Building self-confidence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: It’s important to believe in yourself. Confidence comes from practice, not just talent.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Listening well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: Being a good listener is just as important as speaking. It helps you understand others and shows that you care.</a:t>
            </a:r>
          </a:p>
        </p:txBody>
      </p:sp>
    </p:spTree>
    <p:extLst>
      <p:ext uri="{BB962C8B-B14F-4D97-AF65-F5344CB8AC3E}">
        <p14:creationId xmlns:p14="http://schemas.microsoft.com/office/powerpoint/2010/main" val="3246904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71 0.00046 L -0.53398 0.00046 " pathEditMode="relative" rAng="0" ptsTypes="AA">
                                      <p:cBhvr>
                                        <p:cTn id="6" dur="6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8E11E-4D23-1721-6220-D4D87833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A415C49B-C31E-26E0-AB2E-DDA8EA4006D9}"/>
              </a:ext>
            </a:extLst>
          </p:cNvPr>
          <p:cNvGrpSpPr/>
          <p:nvPr/>
        </p:nvGrpSpPr>
        <p:grpSpPr>
          <a:xfrm rot="18900000">
            <a:off x="3801456" y="687216"/>
            <a:ext cx="4330805" cy="4849685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F6A6550-00F2-CD68-E134-5FA904D1D30F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9631BE9-7746-7BEC-D049-4C1265829F61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23" name="Flowchart: Connector 22">
                <a:extLst>
                  <a:ext uri="{FF2B5EF4-FFF2-40B4-BE49-F238E27FC236}">
                    <a16:creationId xmlns:a16="http://schemas.microsoft.com/office/drawing/2014/main" id="{98C7045A-76AD-CC0D-F430-C7ED61638345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lowchart: Connector 23">
                <a:extLst>
                  <a:ext uri="{FF2B5EF4-FFF2-40B4-BE49-F238E27FC236}">
                    <a16:creationId xmlns:a16="http://schemas.microsoft.com/office/drawing/2014/main" id="{777AAC33-329B-F7B7-0E50-E7643F1E17AF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2D18D8A-76E0-6B6E-1091-5BCF8E6ACD68}"/>
              </a:ext>
            </a:extLst>
          </p:cNvPr>
          <p:cNvGrpSpPr/>
          <p:nvPr/>
        </p:nvGrpSpPr>
        <p:grpSpPr>
          <a:xfrm rot="2700000">
            <a:off x="1573609" y="675420"/>
            <a:ext cx="4375833" cy="4799781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F0386CD-1CE6-DE9D-0CFE-7482E422AE42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ADD1B1E-CD27-E03E-F40B-969D757DF771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36" name="Flowchart: Connector 35">
                <a:extLst>
                  <a:ext uri="{FF2B5EF4-FFF2-40B4-BE49-F238E27FC236}">
                    <a16:creationId xmlns:a16="http://schemas.microsoft.com/office/drawing/2014/main" id="{D0518DCB-38FE-0097-BE4C-BAE88696B49E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lowchart: Connector 36">
                <a:extLst>
                  <a:ext uri="{FF2B5EF4-FFF2-40B4-BE49-F238E27FC236}">
                    <a16:creationId xmlns:a16="http://schemas.microsoft.com/office/drawing/2014/main" id="{5E97CD5B-7284-0783-7740-C62793F9FE3C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259BC8B-E0F9-BA38-BD0B-CE2AF2196A40}"/>
              </a:ext>
            </a:extLst>
          </p:cNvPr>
          <p:cNvGrpSpPr/>
          <p:nvPr/>
        </p:nvGrpSpPr>
        <p:grpSpPr>
          <a:xfrm rot="2706074">
            <a:off x="5960352" y="752787"/>
            <a:ext cx="4375833" cy="4799781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DF889A8-8EBF-0E1B-BE5D-C156C2766A1C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0EFBA54-C5AC-4719-7094-112A9BCC42FD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41" name="Flowchart: Connector 40">
                <a:extLst>
                  <a:ext uri="{FF2B5EF4-FFF2-40B4-BE49-F238E27FC236}">
                    <a16:creationId xmlns:a16="http://schemas.microsoft.com/office/drawing/2014/main" id="{71D5F44C-E4A6-B62E-DED4-C18574EDDB74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15F0D7CA-B8ED-1BB6-32AC-7C4EEC5F8C9A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3" name="Graphic 42" descr="Marketing with solid fill">
            <a:extLst>
              <a:ext uri="{FF2B5EF4-FFF2-40B4-BE49-F238E27FC236}">
                <a16:creationId xmlns:a16="http://schemas.microsoft.com/office/drawing/2014/main" id="{4B5FF8BB-BCD1-AEC8-A87D-423B3C37F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8574" y="3609797"/>
            <a:ext cx="1212210" cy="1212210"/>
          </a:xfrm>
          <a:prstGeom prst="rect">
            <a:avLst/>
          </a:prstGeom>
        </p:spPr>
      </p:pic>
      <p:pic>
        <p:nvPicPr>
          <p:cNvPr id="44" name="Graphic 43" descr="Magnifying glass with solid fill">
            <a:extLst>
              <a:ext uri="{FF2B5EF4-FFF2-40B4-BE49-F238E27FC236}">
                <a16:creationId xmlns:a16="http://schemas.microsoft.com/office/drawing/2014/main" id="{B8708372-C488-EB59-D07F-5E939C261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1521" y="1373119"/>
            <a:ext cx="1406011" cy="1406011"/>
          </a:xfrm>
          <a:prstGeom prst="rect">
            <a:avLst/>
          </a:prstGeom>
        </p:spPr>
      </p:pic>
      <p:pic>
        <p:nvPicPr>
          <p:cNvPr id="45" name="Graphic 44" descr="Heart with pulse with solid fill">
            <a:extLst>
              <a:ext uri="{FF2B5EF4-FFF2-40B4-BE49-F238E27FC236}">
                <a16:creationId xmlns:a16="http://schemas.microsoft.com/office/drawing/2014/main" id="{12034373-B333-129C-26C8-CEB1F0973A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9912" y="3447600"/>
            <a:ext cx="1662224" cy="1662224"/>
          </a:xfrm>
          <a:prstGeom prst="rect">
            <a:avLst/>
          </a:prstGeom>
        </p:spPr>
      </p:pic>
      <p:pic>
        <p:nvPicPr>
          <p:cNvPr id="46" name="Graphic 45" descr="Briefcase with solid fill">
            <a:extLst>
              <a:ext uri="{FF2B5EF4-FFF2-40B4-BE49-F238E27FC236}">
                <a16:creationId xmlns:a16="http://schemas.microsoft.com/office/drawing/2014/main" id="{A7BA2BA8-75FA-4743-7602-56899669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90619" y="1375118"/>
            <a:ext cx="1498525" cy="1498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DAAA54-F90E-A65B-0172-807ADAF81A22}"/>
              </a:ext>
            </a:extLst>
          </p:cNvPr>
          <p:cNvSpPr txBox="1"/>
          <p:nvPr/>
        </p:nvSpPr>
        <p:spPr>
          <a:xfrm>
            <a:off x="3707055" y="3967914"/>
            <a:ext cx="227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  Communication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&amp; Confidence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F363DC-F1F9-5597-0FC6-688AFE6AF0E1}"/>
              </a:ext>
            </a:extLst>
          </p:cNvPr>
          <p:cNvSpPr txBox="1"/>
          <p:nvPr/>
        </p:nvSpPr>
        <p:spPr>
          <a:xfrm>
            <a:off x="6688659" y="1643791"/>
            <a:ext cx="1621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Real-World Skills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81125-9A92-DCB0-5B12-336191F95310}"/>
              </a:ext>
            </a:extLst>
          </p:cNvPr>
          <p:cNvSpPr txBox="1"/>
          <p:nvPr/>
        </p:nvSpPr>
        <p:spPr>
          <a:xfrm>
            <a:off x="2451960" y="1366791"/>
            <a:ext cx="1486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Finding Your Passion</a:t>
            </a:r>
            <a:endParaRPr lang="en-US" sz="1800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6D195-C23F-3424-55AE-7DC8F71FA328}"/>
              </a:ext>
            </a:extLst>
          </p:cNvPr>
          <p:cNvSpPr txBox="1"/>
          <p:nvPr/>
        </p:nvSpPr>
        <p:spPr>
          <a:xfrm>
            <a:off x="8232462" y="3920091"/>
            <a:ext cx="2551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Emotions &amp; Mental Strength</a:t>
            </a:r>
          </a:p>
        </p:txBody>
      </p:sp>
    </p:spTree>
    <p:extLst>
      <p:ext uri="{BB962C8B-B14F-4D97-AF65-F5344CB8AC3E}">
        <p14:creationId xmlns:p14="http://schemas.microsoft.com/office/powerpoint/2010/main" val="1742771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07112-833D-25A3-2E83-B43B9F2C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942C56-CC46-A7B0-60AF-5466D0175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83" y="0"/>
            <a:ext cx="1028700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A25F90-8F3B-C967-179D-5CA0B0877831}"/>
              </a:ext>
            </a:extLst>
          </p:cNvPr>
          <p:cNvSpPr/>
          <p:nvPr/>
        </p:nvSpPr>
        <p:spPr>
          <a:xfrm>
            <a:off x="2" y="-4914"/>
            <a:ext cx="12191999" cy="7433198"/>
          </a:xfrm>
          <a:custGeom>
            <a:avLst/>
            <a:gdLst>
              <a:gd name="connsiteX0" fmla="*/ 10574593 w 12191999"/>
              <a:gd name="connsiteY0" fmla="*/ 6862914 h 7433198"/>
              <a:gd name="connsiteX1" fmla="*/ 11223523 w 12191999"/>
              <a:gd name="connsiteY1" fmla="*/ 6862914 h 7433198"/>
              <a:gd name="connsiteX2" fmla="*/ 11223523 w 12191999"/>
              <a:gd name="connsiteY2" fmla="*/ 7349622 h 7433198"/>
              <a:gd name="connsiteX3" fmla="*/ 10574593 w 12191999"/>
              <a:gd name="connsiteY3" fmla="*/ 7349622 h 7433198"/>
              <a:gd name="connsiteX4" fmla="*/ 9704437 w 12191999"/>
              <a:gd name="connsiteY4" fmla="*/ 6862914 h 7433198"/>
              <a:gd name="connsiteX5" fmla="*/ 10353366 w 12191999"/>
              <a:gd name="connsiteY5" fmla="*/ 6862914 h 7433198"/>
              <a:gd name="connsiteX6" fmla="*/ 10353365 w 12191999"/>
              <a:gd name="connsiteY6" fmla="*/ 7433198 h 7433198"/>
              <a:gd name="connsiteX7" fmla="*/ 9704437 w 12191999"/>
              <a:gd name="connsiteY7" fmla="*/ 7433198 h 7433198"/>
              <a:gd name="connsiteX8" fmla="*/ 8686797 w 12191999"/>
              <a:gd name="connsiteY8" fmla="*/ 6862914 h 7433198"/>
              <a:gd name="connsiteX9" fmla="*/ 9335727 w 12191999"/>
              <a:gd name="connsiteY9" fmla="*/ 6862914 h 7433198"/>
              <a:gd name="connsiteX10" fmla="*/ 9335727 w 12191999"/>
              <a:gd name="connsiteY10" fmla="*/ 7369291 h 7433198"/>
              <a:gd name="connsiteX11" fmla="*/ 8686797 w 12191999"/>
              <a:gd name="connsiteY11" fmla="*/ 7369291 h 7433198"/>
              <a:gd name="connsiteX12" fmla="*/ 8219765 w 12191999"/>
              <a:gd name="connsiteY12" fmla="*/ 4918 h 7433198"/>
              <a:gd name="connsiteX13" fmla="*/ 8219764 w 12191999"/>
              <a:gd name="connsiteY13" fmla="*/ 1882879 h 7433198"/>
              <a:gd name="connsiteX14" fmla="*/ 8544229 w 12191999"/>
              <a:gd name="connsiteY14" fmla="*/ 3760840 h 7433198"/>
              <a:gd name="connsiteX15" fmla="*/ 8868693 w 12191999"/>
              <a:gd name="connsiteY15" fmla="*/ 1882879 h 7433198"/>
              <a:gd name="connsiteX16" fmla="*/ 8868693 w 12191999"/>
              <a:gd name="connsiteY16" fmla="*/ 4918 h 7433198"/>
              <a:gd name="connsiteX17" fmla="*/ 11208773 w 12191999"/>
              <a:gd name="connsiteY17" fmla="*/ 4915 h 7433198"/>
              <a:gd name="connsiteX18" fmla="*/ 11208773 w 12191999"/>
              <a:gd name="connsiteY18" fmla="*/ 1882876 h 7433198"/>
              <a:gd name="connsiteX19" fmla="*/ 11533237 w 12191999"/>
              <a:gd name="connsiteY19" fmla="*/ 3760837 h 7433198"/>
              <a:gd name="connsiteX20" fmla="*/ 11857703 w 12191999"/>
              <a:gd name="connsiteY20" fmla="*/ 1882876 h 7433198"/>
              <a:gd name="connsiteX21" fmla="*/ 11857703 w 12191999"/>
              <a:gd name="connsiteY21" fmla="*/ 4915 h 7433198"/>
              <a:gd name="connsiteX22" fmla="*/ 0 w 12191999"/>
              <a:gd name="connsiteY22" fmla="*/ 4915 h 7433198"/>
              <a:gd name="connsiteX23" fmla="*/ 9276735 w 12191999"/>
              <a:gd name="connsiteY23" fmla="*/ 4915 h 7433198"/>
              <a:gd name="connsiteX24" fmla="*/ 9276733 w 12191999"/>
              <a:gd name="connsiteY24" fmla="*/ 1877961 h 7433198"/>
              <a:gd name="connsiteX25" fmla="*/ 9601199 w 12191999"/>
              <a:gd name="connsiteY25" fmla="*/ 3755922 h 7433198"/>
              <a:gd name="connsiteX26" fmla="*/ 9925663 w 12191999"/>
              <a:gd name="connsiteY26" fmla="*/ 1877961 h 7433198"/>
              <a:gd name="connsiteX27" fmla="*/ 9925663 w 12191999"/>
              <a:gd name="connsiteY27" fmla="*/ 4915 h 7433198"/>
              <a:gd name="connsiteX28" fmla="*/ 10186219 w 12191999"/>
              <a:gd name="connsiteY28" fmla="*/ 4915 h 7433198"/>
              <a:gd name="connsiteX29" fmla="*/ 10186217 w 12191999"/>
              <a:gd name="connsiteY29" fmla="*/ 1877961 h 7433198"/>
              <a:gd name="connsiteX30" fmla="*/ 10510683 w 12191999"/>
              <a:gd name="connsiteY30" fmla="*/ 3755922 h 7433198"/>
              <a:gd name="connsiteX31" fmla="*/ 10835147 w 12191999"/>
              <a:gd name="connsiteY31" fmla="*/ 1877961 h 7433198"/>
              <a:gd name="connsiteX32" fmla="*/ 10835147 w 12191999"/>
              <a:gd name="connsiteY32" fmla="*/ 4915 h 7433198"/>
              <a:gd name="connsiteX33" fmla="*/ 12191999 w 12191999"/>
              <a:gd name="connsiteY33" fmla="*/ 4915 h 7433198"/>
              <a:gd name="connsiteX34" fmla="*/ 12191999 w 12191999"/>
              <a:gd name="connsiteY34" fmla="*/ 6862914 h 7433198"/>
              <a:gd name="connsiteX35" fmla="*/ 11223523 w 12191999"/>
              <a:gd name="connsiteY35" fmla="*/ 6862914 h 7433198"/>
              <a:gd name="connsiteX36" fmla="*/ 11223523 w 12191999"/>
              <a:gd name="connsiteY36" fmla="*/ 5471661 h 7433198"/>
              <a:gd name="connsiteX37" fmla="*/ 10899059 w 12191999"/>
              <a:gd name="connsiteY37" fmla="*/ 3593700 h 7433198"/>
              <a:gd name="connsiteX38" fmla="*/ 10574593 w 12191999"/>
              <a:gd name="connsiteY38" fmla="*/ 5471661 h 7433198"/>
              <a:gd name="connsiteX39" fmla="*/ 10574593 w 12191999"/>
              <a:gd name="connsiteY39" fmla="*/ 6862914 h 7433198"/>
              <a:gd name="connsiteX40" fmla="*/ 10353366 w 12191999"/>
              <a:gd name="connsiteY40" fmla="*/ 6862914 h 7433198"/>
              <a:gd name="connsiteX41" fmla="*/ 10353367 w 12191999"/>
              <a:gd name="connsiteY41" fmla="*/ 5555237 h 7433198"/>
              <a:gd name="connsiteX42" fmla="*/ 10028901 w 12191999"/>
              <a:gd name="connsiteY42" fmla="*/ 3677276 h 7433198"/>
              <a:gd name="connsiteX43" fmla="*/ 9704437 w 12191999"/>
              <a:gd name="connsiteY43" fmla="*/ 5555237 h 7433198"/>
              <a:gd name="connsiteX44" fmla="*/ 9704437 w 12191999"/>
              <a:gd name="connsiteY44" fmla="*/ 6862914 h 7433198"/>
              <a:gd name="connsiteX45" fmla="*/ 9335727 w 12191999"/>
              <a:gd name="connsiteY45" fmla="*/ 6862914 h 7433198"/>
              <a:gd name="connsiteX46" fmla="*/ 9335727 w 12191999"/>
              <a:gd name="connsiteY46" fmla="*/ 5491330 h 7433198"/>
              <a:gd name="connsiteX47" fmla="*/ 9011263 w 12191999"/>
              <a:gd name="connsiteY47" fmla="*/ 3613369 h 7433198"/>
              <a:gd name="connsiteX48" fmla="*/ 8686797 w 12191999"/>
              <a:gd name="connsiteY48" fmla="*/ 5491330 h 7433198"/>
              <a:gd name="connsiteX49" fmla="*/ 8686797 w 12191999"/>
              <a:gd name="connsiteY49" fmla="*/ 6862914 h 7433198"/>
              <a:gd name="connsiteX50" fmla="*/ 0 w 12191999"/>
              <a:gd name="connsiteY50" fmla="*/ 6862914 h 7433198"/>
              <a:gd name="connsiteX51" fmla="*/ 10186219 w 12191999"/>
              <a:gd name="connsiteY51" fmla="*/ 0 h 7433198"/>
              <a:gd name="connsiteX52" fmla="*/ 10835147 w 12191999"/>
              <a:gd name="connsiteY52" fmla="*/ 0 h 7433198"/>
              <a:gd name="connsiteX53" fmla="*/ 10835147 w 12191999"/>
              <a:gd name="connsiteY53" fmla="*/ 4915 h 7433198"/>
              <a:gd name="connsiteX54" fmla="*/ 10186219 w 12191999"/>
              <a:gd name="connsiteY54" fmla="*/ 4915 h 7433198"/>
              <a:gd name="connsiteX55" fmla="*/ 9276735 w 12191999"/>
              <a:gd name="connsiteY55" fmla="*/ 0 h 7433198"/>
              <a:gd name="connsiteX56" fmla="*/ 9925663 w 12191999"/>
              <a:gd name="connsiteY56" fmla="*/ 0 h 7433198"/>
              <a:gd name="connsiteX57" fmla="*/ 9925663 w 12191999"/>
              <a:gd name="connsiteY57" fmla="*/ 4915 h 7433198"/>
              <a:gd name="connsiteX58" fmla="*/ 9276735 w 12191999"/>
              <a:gd name="connsiteY58" fmla="*/ 4915 h 7433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1999" h="7433198">
                <a:moveTo>
                  <a:pt x="10574593" y="6862914"/>
                </a:moveTo>
                <a:lnTo>
                  <a:pt x="11223523" y="6862914"/>
                </a:lnTo>
                <a:lnTo>
                  <a:pt x="11223523" y="7349622"/>
                </a:lnTo>
                <a:lnTo>
                  <a:pt x="10574593" y="7349622"/>
                </a:lnTo>
                <a:close/>
                <a:moveTo>
                  <a:pt x="9704437" y="6862914"/>
                </a:moveTo>
                <a:lnTo>
                  <a:pt x="10353366" y="6862914"/>
                </a:lnTo>
                <a:lnTo>
                  <a:pt x="10353365" y="7433198"/>
                </a:lnTo>
                <a:lnTo>
                  <a:pt x="9704437" y="7433198"/>
                </a:lnTo>
                <a:close/>
                <a:moveTo>
                  <a:pt x="8686797" y="6862914"/>
                </a:moveTo>
                <a:lnTo>
                  <a:pt x="9335727" y="6862914"/>
                </a:lnTo>
                <a:lnTo>
                  <a:pt x="9335727" y="7369291"/>
                </a:lnTo>
                <a:lnTo>
                  <a:pt x="8686797" y="7369291"/>
                </a:lnTo>
                <a:close/>
                <a:moveTo>
                  <a:pt x="8219765" y="4918"/>
                </a:moveTo>
                <a:lnTo>
                  <a:pt x="8219764" y="1882879"/>
                </a:lnTo>
                <a:cubicBezTo>
                  <a:pt x="8219764" y="2920048"/>
                  <a:pt x="8365032" y="3760840"/>
                  <a:pt x="8544229" y="3760840"/>
                </a:cubicBezTo>
                <a:cubicBezTo>
                  <a:pt x="8723425" y="3760840"/>
                  <a:pt x="8868693" y="2920048"/>
                  <a:pt x="8868693" y="1882879"/>
                </a:cubicBezTo>
                <a:lnTo>
                  <a:pt x="8868693" y="4918"/>
                </a:lnTo>
                <a:close/>
                <a:moveTo>
                  <a:pt x="11208773" y="4915"/>
                </a:moveTo>
                <a:lnTo>
                  <a:pt x="11208773" y="1882876"/>
                </a:lnTo>
                <a:cubicBezTo>
                  <a:pt x="11208773" y="2920045"/>
                  <a:pt x="11354041" y="3760837"/>
                  <a:pt x="11533237" y="3760837"/>
                </a:cubicBezTo>
                <a:cubicBezTo>
                  <a:pt x="11712435" y="3760837"/>
                  <a:pt x="11857703" y="2920045"/>
                  <a:pt x="11857703" y="1882876"/>
                </a:cubicBezTo>
                <a:lnTo>
                  <a:pt x="11857703" y="4915"/>
                </a:lnTo>
                <a:close/>
                <a:moveTo>
                  <a:pt x="0" y="4915"/>
                </a:moveTo>
                <a:lnTo>
                  <a:pt x="9276735" y="4915"/>
                </a:lnTo>
                <a:lnTo>
                  <a:pt x="9276733" y="1877961"/>
                </a:lnTo>
                <a:cubicBezTo>
                  <a:pt x="9276733" y="2915130"/>
                  <a:pt x="9422001" y="3755922"/>
                  <a:pt x="9601199" y="3755922"/>
                </a:cubicBezTo>
                <a:cubicBezTo>
                  <a:pt x="9780395" y="3755922"/>
                  <a:pt x="9925663" y="2915130"/>
                  <a:pt x="9925663" y="1877961"/>
                </a:cubicBezTo>
                <a:lnTo>
                  <a:pt x="9925663" y="4915"/>
                </a:lnTo>
                <a:lnTo>
                  <a:pt x="10186219" y="4915"/>
                </a:lnTo>
                <a:lnTo>
                  <a:pt x="10186217" y="1877961"/>
                </a:lnTo>
                <a:cubicBezTo>
                  <a:pt x="10186217" y="2915130"/>
                  <a:pt x="10331485" y="3755922"/>
                  <a:pt x="10510683" y="3755922"/>
                </a:cubicBezTo>
                <a:cubicBezTo>
                  <a:pt x="10689879" y="3755922"/>
                  <a:pt x="10835147" y="2915130"/>
                  <a:pt x="10835147" y="1877961"/>
                </a:cubicBezTo>
                <a:lnTo>
                  <a:pt x="10835147" y="4915"/>
                </a:lnTo>
                <a:lnTo>
                  <a:pt x="12191999" y="4915"/>
                </a:lnTo>
                <a:lnTo>
                  <a:pt x="12191999" y="6862914"/>
                </a:lnTo>
                <a:lnTo>
                  <a:pt x="11223523" y="6862914"/>
                </a:lnTo>
                <a:lnTo>
                  <a:pt x="11223523" y="5471661"/>
                </a:lnTo>
                <a:cubicBezTo>
                  <a:pt x="11223523" y="4434492"/>
                  <a:pt x="11078255" y="3593700"/>
                  <a:pt x="10899059" y="3593700"/>
                </a:cubicBezTo>
                <a:cubicBezTo>
                  <a:pt x="10719861" y="3593700"/>
                  <a:pt x="10574593" y="4434492"/>
                  <a:pt x="10574593" y="5471661"/>
                </a:cubicBezTo>
                <a:lnTo>
                  <a:pt x="10574593" y="6862914"/>
                </a:lnTo>
                <a:lnTo>
                  <a:pt x="10353366" y="6862914"/>
                </a:lnTo>
                <a:lnTo>
                  <a:pt x="10353367" y="5555237"/>
                </a:lnTo>
                <a:cubicBezTo>
                  <a:pt x="10353367" y="4518068"/>
                  <a:pt x="10208099" y="3677276"/>
                  <a:pt x="10028901" y="3677276"/>
                </a:cubicBezTo>
                <a:cubicBezTo>
                  <a:pt x="9849705" y="3677276"/>
                  <a:pt x="9704437" y="4518068"/>
                  <a:pt x="9704437" y="5555237"/>
                </a:cubicBezTo>
                <a:lnTo>
                  <a:pt x="9704437" y="6862914"/>
                </a:lnTo>
                <a:lnTo>
                  <a:pt x="9335727" y="6862914"/>
                </a:lnTo>
                <a:lnTo>
                  <a:pt x="9335727" y="5491330"/>
                </a:lnTo>
                <a:cubicBezTo>
                  <a:pt x="9335727" y="4454161"/>
                  <a:pt x="9190459" y="3613369"/>
                  <a:pt x="9011263" y="3613369"/>
                </a:cubicBezTo>
                <a:cubicBezTo>
                  <a:pt x="8832065" y="3613369"/>
                  <a:pt x="8686797" y="4454161"/>
                  <a:pt x="8686797" y="5491330"/>
                </a:cubicBezTo>
                <a:lnTo>
                  <a:pt x="8686797" y="6862914"/>
                </a:lnTo>
                <a:lnTo>
                  <a:pt x="0" y="6862914"/>
                </a:lnTo>
                <a:close/>
                <a:moveTo>
                  <a:pt x="10186219" y="0"/>
                </a:moveTo>
                <a:lnTo>
                  <a:pt x="10835147" y="0"/>
                </a:lnTo>
                <a:lnTo>
                  <a:pt x="10835147" y="4915"/>
                </a:lnTo>
                <a:lnTo>
                  <a:pt x="10186219" y="4915"/>
                </a:lnTo>
                <a:close/>
                <a:moveTo>
                  <a:pt x="9276735" y="0"/>
                </a:moveTo>
                <a:lnTo>
                  <a:pt x="9925663" y="0"/>
                </a:lnTo>
                <a:lnTo>
                  <a:pt x="9925663" y="4915"/>
                </a:lnTo>
                <a:lnTo>
                  <a:pt x="9276735" y="4915"/>
                </a:lnTo>
                <a:close/>
              </a:path>
            </a:pathLst>
          </a:custGeom>
          <a:solidFill>
            <a:srgbClr val="FFF2CC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D7B58D-3025-FB7C-398D-0DF8A8509330}"/>
              </a:ext>
            </a:extLst>
          </p:cNvPr>
          <p:cNvSpPr/>
          <p:nvPr/>
        </p:nvSpPr>
        <p:spPr>
          <a:xfrm>
            <a:off x="314632" y="324464"/>
            <a:ext cx="7561006" cy="5289755"/>
          </a:xfrm>
          <a:prstGeom prst="roundRect">
            <a:avLst>
              <a:gd name="adj" fmla="val 19083"/>
            </a:avLst>
          </a:prstGeom>
          <a:solidFill>
            <a:srgbClr val="8C63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164070-96BA-629A-0107-32DCC4F96C4F}"/>
              </a:ext>
            </a:extLst>
          </p:cNvPr>
          <p:cNvSpPr/>
          <p:nvPr/>
        </p:nvSpPr>
        <p:spPr>
          <a:xfrm>
            <a:off x="471948" y="6027174"/>
            <a:ext cx="7374194" cy="707923"/>
          </a:xfrm>
          <a:prstGeom prst="roundRect">
            <a:avLst>
              <a:gd name="adj" fmla="val 50000"/>
            </a:avLst>
          </a:prstGeom>
          <a:solidFill>
            <a:srgbClr val="8C63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3B7663-872A-0ED9-C4C7-1E8248EBCA08}"/>
              </a:ext>
            </a:extLst>
          </p:cNvPr>
          <p:cNvSpPr/>
          <p:nvPr/>
        </p:nvSpPr>
        <p:spPr>
          <a:xfrm>
            <a:off x="1981206" y="6016850"/>
            <a:ext cx="1764888" cy="707923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52" descr="Magnifying glass with solid fill">
            <a:extLst>
              <a:ext uri="{FF2B5EF4-FFF2-40B4-BE49-F238E27FC236}">
                <a16:creationId xmlns:a16="http://schemas.microsoft.com/office/drawing/2014/main" id="{FE91844F-94CE-9C4B-F2B6-711C9C813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9073" y="5974826"/>
            <a:ext cx="850619" cy="8506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11737B-3CCF-DF53-DF81-83B7809921FA}"/>
              </a:ext>
            </a:extLst>
          </p:cNvPr>
          <p:cNvSpPr txBox="1"/>
          <p:nvPr/>
        </p:nvSpPr>
        <p:spPr>
          <a:xfrm>
            <a:off x="314632" y="1011225"/>
            <a:ext cx="7474508" cy="4597003"/>
          </a:xfrm>
          <a:prstGeom prst="flowChartAlternateProcess">
            <a:avLst/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8C632D">
                  <a:alpha val="40000"/>
                </a:srgbClr>
              </a:gs>
            </a:gsLst>
            <a:lin ang="0" scaled="1"/>
          </a:gra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Discovering what excites you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: School teaches many subjects, but it doesn’t always show you what you truly enjoy. Finding your passion is about figuring out what makes you happy.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Exploring different career options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: It's important to explore many fields and hobbies to see what fits your interests best.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Why passion matters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: When you love what you do, it makes        working hard easier and more fun. Passion motivates you to achieve your goals.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112832-DC4E-9A2A-F2C8-CFAE712E23AE}"/>
              </a:ext>
            </a:extLst>
          </p:cNvPr>
          <p:cNvSpPr txBox="1"/>
          <p:nvPr/>
        </p:nvSpPr>
        <p:spPr>
          <a:xfrm>
            <a:off x="746268" y="354440"/>
            <a:ext cx="73741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E0DCB3"/>
                </a:solidFill>
                <a:latin typeface="Arial Black" panose="020B0A04020102020204" pitchFamily="34" charset="0"/>
              </a:rPr>
              <a:t>Finding Your Passion</a:t>
            </a:r>
          </a:p>
        </p:txBody>
      </p:sp>
    </p:spTree>
    <p:extLst>
      <p:ext uri="{BB962C8B-B14F-4D97-AF65-F5344CB8AC3E}">
        <p14:creationId xmlns:p14="http://schemas.microsoft.com/office/powerpoint/2010/main" val="1586440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-0.44961 0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4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EFC0-3C28-CB30-5C61-B7A39E888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39BE2B99-21A4-B82C-72D9-4DE2E8526477}"/>
              </a:ext>
            </a:extLst>
          </p:cNvPr>
          <p:cNvGrpSpPr/>
          <p:nvPr/>
        </p:nvGrpSpPr>
        <p:grpSpPr>
          <a:xfrm rot="18900000">
            <a:off x="3801456" y="687216"/>
            <a:ext cx="4330805" cy="4849685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DE65ACE-1ADC-9580-A7A2-EB52B4D01477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112F801-C035-3746-D79E-E27E57FCBDD1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23" name="Flowchart: Connector 22">
                <a:extLst>
                  <a:ext uri="{FF2B5EF4-FFF2-40B4-BE49-F238E27FC236}">
                    <a16:creationId xmlns:a16="http://schemas.microsoft.com/office/drawing/2014/main" id="{49D90462-EB32-E768-46D7-8C9E207155CA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lowchart: Connector 23">
                <a:extLst>
                  <a:ext uri="{FF2B5EF4-FFF2-40B4-BE49-F238E27FC236}">
                    <a16:creationId xmlns:a16="http://schemas.microsoft.com/office/drawing/2014/main" id="{8EE4D0DE-7760-1987-46DE-F16284E21622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A7A4697-525A-9F59-588E-037D26249012}"/>
              </a:ext>
            </a:extLst>
          </p:cNvPr>
          <p:cNvGrpSpPr/>
          <p:nvPr/>
        </p:nvGrpSpPr>
        <p:grpSpPr>
          <a:xfrm rot="2700000">
            <a:off x="1573609" y="675420"/>
            <a:ext cx="4375833" cy="4799781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5AE06F8-1E82-2C25-7650-97ABD4ACA1EC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BC77FA-BF53-F0AC-B6C3-213B87FD0CA7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36" name="Flowchart: Connector 35">
                <a:extLst>
                  <a:ext uri="{FF2B5EF4-FFF2-40B4-BE49-F238E27FC236}">
                    <a16:creationId xmlns:a16="http://schemas.microsoft.com/office/drawing/2014/main" id="{4C547D51-32EB-EFF0-1B25-E2F959F4532B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lowchart: Connector 36">
                <a:extLst>
                  <a:ext uri="{FF2B5EF4-FFF2-40B4-BE49-F238E27FC236}">
                    <a16:creationId xmlns:a16="http://schemas.microsoft.com/office/drawing/2014/main" id="{0FCDF5B8-CC78-BE21-89AE-034D62B93CF2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BE55603-A9DD-EF23-8973-10E94C331565}"/>
              </a:ext>
            </a:extLst>
          </p:cNvPr>
          <p:cNvGrpSpPr/>
          <p:nvPr/>
        </p:nvGrpSpPr>
        <p:grpSpPr>
          <a:xfrm rot="2706074">
            <a:off x="5960352" y="752787"/>
            <a:ext cx="4375833" cy="4799781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7C092C1-28DA-A757-D36D-9FE03B9C4F1C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F927198-0B36-408B-34D1-3D8932434818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41" name="Flowchart: Connector 40">
                <a:extLst>
                  <a:ext uri="{FF2B5EF4-FFF2-40B4-BE49-F238E27FC236}">
                    <a16:creationId xmlns:a16="http://schemas.microsoft.com/office/drawing/2014/main" id="{644147CB-72DA-4514-8A33-98295F178E37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035022CF-7882-C588-501C-BBF81257472B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3" name="Graphic 42" descr="Marketing with solid fill">
            <a:extLst>
              <a:ext uri="{FF2B5EF4-FFF2-40B4-BE49-F238E27FC236}">
                <a16:creationId xmlns:a16="http://schemas.microsoft.com/office/drawing/2014/main" id="{C7990CE7-5E7E-F459-068A-766E045B2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8574" y="3609797"/>
            <a:ext cx="1212210" cy="1212210"/>
          </a:xfrm>
          <a:prstGeom prst="rect">
            <a:avLst/>
          </a:prstGeom>
        </p:spPr>
      </p:pic>
      <p:pic>
        <p:nvPicPr>
          <p:cNvPr id="44" name="Graphic 43" descr="Magnifying glass with solid fill">
            <a:extLst>
              <a:ext uri="{FF2B5EF4-FFF2-40B4-BE49-F238E27FC236}">
                <a16:creationId xmlns:a16="http://schemas.microsoft.com/office/drawing/2014/main" id="{BF633CF0-ED20-D5EA-2603-4E8DD36B2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1521" y="1373119"/>
            <a:ext cx="1406011" cy="1406011"/>
          </a:xfrm>
          <a:prstGeom prst="rect">
            <a:avLst/>
          </a:prstGeom>
        </p:spPr>
      </p:pic>
      <p:pic>
        <p:nvPicPr>
          <p:cNvPr id="45" name="Graphic 44" descr="Heart with pulse with solid fill">
            <a:extLst>
              <a:ext uri="{FF2B5EF4-FFF2-40B4-BE49-F238E27FC236}">
                <a16:creationId xmlns:a16="http://schemas.microsoft.com/office/drawing/2014/main" id="{C82929BA-1068-1D82-8BC5-6ED2DDA2BB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9912" y="3447600"/>
            <a:ext cx="1662224" cy="1662224"/>
          </a:xfrm>
          <a:prstGeom prst="rect">
            <a:avLst/>
          </a:prstGeom>
        </p:spPr>
      </p:pic>
      <p:pic>
        <p:nvPicPr>
          <p:cNvPr id="46" name="Graphic 45" descr="Briefcase with solid fill">
            <a:extLst>
              <a:ext uri="{FF2B5EF4-FFF2-40B4-BE49-F238E27FC236}">
                <a16:creationId xmlns:a16="http://schemas.microsoft.com/office/drawing/2014/main" id="{728F8D9F-8250-A8E6-41A4-CBF6D9593D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90619" y="1375118"/>
            <a:ext cx="1498525" cy="1498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AA016B-49BE-FBC9-CCBB-6A6ABA3CAFF8}"/>
              </a:ext>
            </a:extLst>
          </p:cNvPr>
          <p:cNvSpPr txBox="1"/>
          <p:nvPr/>
        </p:nvSpPr>
        <p:spPr>
          <a:xfrm>
            <a:off x="3707055" y="3967914"/>
            <a:ext cx="227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  Communication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&amp; Confidence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DBBDD-FF1F-B434-4A9A-19AF68221100}"/>
              </a:ext>
            </a:extLst>
          </p:cNvPr>
          <p:cNvSpPr txBox="1"/>
          <p:nvPr/>
        </p:nvSpPr>
        <p:spPr>
          <a:xfrm>
            <a:off x="6688659" y="1643791"/>
            <a:ext cx="1621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Real-World Skills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D11DB-03FD-34D2-2A69-24D31007F2DA}"/>
              </a:ext>
            </a:extLst>
          </p:cNvPr>
          <p:cNvSpPr txBox="1"/>
          <p:nvPr/>
        </p:nvSpPr>
        <p:spPr>
          <a:xfrm>
            <a:off x="2451960" y="1366791"/>
            <a:ext cx="1486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Finding Your Passion</a:t>
            </a:r>
            <a:endParaRPr lang="en-US" sz="1800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A210B-DB45-252B-0DBE-5321A88A7A16}"/>
              </a:ext>
            </a:extLst>
          </p:cNvPr>
          <p:cNvSpPr txBox="1"/>
          <p:nvPr/>
        </p:nvSpPr>
        <p:spPr>
          <a:xfrm>
            <a:off x="8232462" y="3920091"/>
            <a:ext cx="2551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Emotions &amp; Mental Strength</a:t>
            </a:r>
          </a:p>
        </p:txBody>
      </p:sp>
    </p:spTree>
    <p:extLst>
      <p:ext uri="{BB962C8B-B14F-4D97-AF65-F5344CB8AC3E}">
        <p14:creationId xmlns:p14="http://schemas.microsoft.com/office/powerpoint/2010/main" val="1189646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253AD-8D31-B1F0-581B-BC096628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2D289F-9CC6-DCA1-B834-896A4F77B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717" y="-14257"/>
            <a:ext cx="12990977" cy="6856349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867596B-56C6-FE59-2F70-ADCF80797781}"/>
              </a:ext>
            </a:extLst>
          </p:cNvPr>
          <p:cNvSpPr/>
          <p:nvPr/>
        </p:nvSpPr>
        <p:spPr>
          <a:xfrm>
            <a:off x="0" y="-302682"/>
            <a:ext cx="12191999" cy="7795682"/>
          </a:xfrm>
          <a:custGeom>
            <a:avLst/>
            <a:gdLst>
              <a:gd name="connsiteX0" fmla="*/ 10574593 w 12191999"/>
              <a:gd name="connsiteY0" fmla="*/ 6862914 h 7433198"/>
              <a:gd name="connsiteX1" fmla="*/ 11223523 w 12191999"/>
              <a:gd name="connsiteY1" fmla="*/ 6862914 h 7433198"/>
              <a:gd name="connsiteX2" fmla="*/ 11223523 w 12191999"/>
              <a:gd name="connsiteY2" fmla="*/ 7349622 h 7433198"/>
              <a:gd name="connsiteX3" fmla="*/ 10574593 w 12191999"/>
              <a:gd name="connsiteY3" fmla="*/ 7349622 h 7433198"/>
              <a:gd name="connsiteX4" fmla="*/ 9704437 w 12191999"/>
              <a:gd name="connsiteY4" fmla="*/ 6862914 h 7433198"/>
              <a:gd name="connsiteX5" fmla="*/ 10353366 w 12191999"/>
              <a:gd name="connsiteY5" fmla="*/ 6862914 h 7433198"/>
              <a:gd name="connsiteX6" fmla="*/ 10353365 w 12191999"/>
              <a:gd name="connsiteY6" fmla="*/ 7433198 h 7433198"/>
              <a:gd name="connsiteX7" fmla="*/ 9704437 w 12191999"/>
              <a:gd name="connsiteY7" fmla="*/ 7433198 h 7433198"/>
              <a:gd name="connsiteX8" fmla="*/ 8686797 w 12191999"/>
              <a:gd name="connsiteY8" fmla="*/ 6862914 h 7433198"/>
              <a:gd name="connsiteX9" fmla="*/ 9335727 w 12191999"/>
              <a:gd name="connsiteY9" fmla="*/ 6862914 h 7433198"/>
              <a:gd name="connsiteX10" fmla="*/ 9335727 w 12191999"/>
              <a:gd name="connsiteY10" fmla="*/ 7369291 h 7433198"/>
              <a:gd name="connsiteX11" fmla="*/ 8686797 w 12191999"/>
              <a:gd name="connsiteY11" fmla="*/ 7369291 h 7433198"/>
              <a:gd name="connsiteX12" fmla="*/ 8219765 w 12191999"/>
              <a:gd name="connsiteY12" fmla="*/ 4918 h 7433198"/>
              <a:gd name="connsiteX13" fmla="*/ 8219764 w 12191999"/>
              <a:gd name="connsiteY13" fmla="*/ 1882879 h 7433198"/>
              <a:gd name="connsiteX14" fmla="*/ 8544229 w 12191999"/>
              <a:gd name="connsiteY14" fmla="*/ 3760840 h 7433198"/>
              <a:gd name="connsiteX15" fmla="*/ 8868693 w 12191999"/>
              <a:gd name="connsiteY15" fmla="*/ 1882879 h 7433198"/>
              <a:gd name="connsiteX16" fmla="*/ 8868693 w 12191999"/>
              <a:gd name="connsiteY16" fmla="*/ 4918 h 7433198"/>
              <a:gd name="connsiteX17" fmla="*/ 11208773 w 12191999"/>
              <a:gd name="connsiteY17" fmla="*/ 4915 h 7433198"/>
              <a:gd name="connsiteX18" fmla="*/ 11208773 w 12191999"/>
              <a:gd name="connsiteY18" fmla="*/ 1882876 h 7433198"/>
              <a:gd name="connsiteX19" fmla="*/ 11533237 w 12191999"/>
              <a:gd name="connsiteY19" fmla="*/ 3760837 h 7433198"/>
              <a:gd name="connsiteX20" fmla="*/ 11857703 w 12191999"/>
              <a:gd name="connsiteY20" fmla="*/ 1882876 h 7433198"/>
              <a:gd name="connsiteX21" fmla="*/ 11857703 w 12191999"/>
              <a:gd name="connsiteY21" fmla="*/ 4915 h 7433198"/>
              <a:gd name="connsiteX22" fmla="*/ 0 w 12191999"/>
              <a:gd name="connsiteY22" fmla="*/ 4915 h 7433198"/>
              <a:gd name="connsiteX23" fmla="*/ 9276735 w 12191999"/>
              <a:gd name="connsiteY23" fmla="*/ 4915 h 7433198"/>
              <a:gd name="connsiteX24" fmla="*/ 9276733 w 12191999"/>
              <a:gd name="connsiteY24" fmla="*/ 1877961 h 7433198"/>
              <a:gd name="connsiteX25" fmla="*/ 9601199 w 12191999"/>
              <a:gd name="connsiteY25" fmla="*/ 3755922 h 7433198"/>
              <a:gd name="connsiteX26" fmla="*/ 9925663 w 12191999"/>
              <a:gd name="connsiteY26" fmla="*/ 1877961 h 7433198"/>
              <a:gd name="connsiteX27" fmla="*/ 9925663 w 12191999"/>
              <a:gd name="connsiteY27" fmla="*/ 4915 h 7433198"/>
              <a:gd name="connsiteX28" fmla="*/ 10186219 w 12191999"/>
              <a:gd name="connsiteY28" fmla="*/ 4915 h 7433198"/>
              <a:gd name="connsiteX29" fmla="*/ 10186217 w 12191999"/>
              <a:gd name="connsiteY29" fmla="*/ 1877961 h 7433198"/>
              <a:gd name="connsiteX30" fmla="*/ 10510683 w 12191999"/>
              <a:gd name="connsiteY30" fmla="*/ 3755922 h 7433198"/>
              <a:gd name="connsiteX31" fmla="*/ 10835147 w 12191999"/>
              <a:gd name="connsiteY31" fmla="*/ 1877961 h 7433198"/>
              <a:gd name="connsiteX32" fmla="*/ 10835147 w 12191999"/>
              <a:gd name="connsiteY32" fmla="*/ 4915 h 7433198"/>
              <a:gd name="connsiteX33" fmla="*/ 12191999 w 12191999"/>
              <a:gd name="connsiteY33" fmla="*/ 4915 h 7433198"/>
              <a:gd name="connsiteX34" fmla="*/ 12191999 w 12191999"/>
              <a:gd name="connsiteY34" fmla="*/ 6862914 h 7433198"/>
              <a:gd name="connsiteX35" fmla="*/ 11223523 w 12191999"/>
              <a:gd name="connsiteY35" fmla="*/ 6862914 h 7433198"/>
              <a:gd name="connsiteX36" fmla="*/ 11223523 w 12191999"/>
              <a:gd name="connsiteY36" fmla="*/ 5471661 h 7433198"/>
              <a:gd name="connsiteX37" fmla="*/ 10899059 w 12191999"/>
              <a:gd name="connsiteY37" fmla="*/ 3593700 h 7433198"/>
              <a:gd name="connsiteX38" fmla="*/ 10574593 w 12191999"/>
              <a:gd name="connsiteY38" fmla="*/ 5471661 h 7433198"/>
              <a:gd name="connsiteX39" fmla="*/ 10574593 w 12191999"/>
              <a:gd name="connsiteY39" fmla="*/ 6862914 h 7433198"/>
              <a:gd name="connsiteX40" fmla="*/ 10353366 w 12191999"/>
              <a:gd name="connsiteY40" fmla="*/ 6862914 h 7433198"/>
              <a:gd name="connsiteX41" fmla="*/ 10353367 w 12191999"/>
              <a:gd name="connsiteY41" fmla="*/ 5555237 h 7433198"/>
              <a:gd name="connsiteX42" fmla="*/ 10028901 w 12191999"/>
              <a:gd name="connsiteY42" fmla="*/ 3677276 h 7433198"/>
              <a:gd name="connsiteX43" fmla="*/ 9704437 w 12191999"/>
              <a:gd name="connsiteY43" fmla="*/ 5555237 h 7433198"/>
              <a:gd name="connsiteX44" fmla="*/ 9704437 w 12191999"/>
              <a:gd name="connsiteY44" fmla="*/ 6862914 h 7433198"/>
              <a:gd name="connsiteX45" fmla="*/ 9335727 w 12191999"/>
              <a:gd name="connsiteY45" fmla="*/ 6862914 h 7433198"/>
              <a:gd name="connsiteX46" fmla="*/ 9335727 w 12191999"/>
              <a:gd name="connsiteY46" fmla="*/ 5491330 h 7433198"/>
              <a:gd name="connsiteX47" fmla="*/ 9011263 w 12191999"/>
              <a:gd name="connsiteY47" fmla="*/ 3613369 h 7433198"/>
              <a:gd name="connsiteX48" fmla="*/ 8686797 w 12191999"/>
              <a:gd name="connsiteY48" fmla="*/ 5491330 h 7433198"/>
              <a:gd name="connsiteX49" fmla="*/ 8686797 w 12191999"/>
              <a:gd name="connsiteY49" fmla="*/ 6862914 h 7433198"/>
              <a:gd name="connsiteX50" fmla="*/ 0 w 12191999"/>
              <a:gd name="connsiteY50" fmla="*/ 6862914 h 7433198"/>
              <a:gd name="connsiteX51" fmla="*/ 10186219 w 12191999"/>
              <a:gd name="connsiteY51" fmla="*/ 0 h 7433198"/>
              <a:gd name="connsiteX52" fmla="*/ 10835147 w 12191999"/>
              <a:gd name="connsiteY52" fmla="*/ 0 h 7433198"/>
              <a:gd name="connsiteX53" fmla="*/ 10835147 w 12191999"/>
              <a:gd name="connsiteY53" fmla="*/ 4915 h 7433198"/>
              <a:gd name="connsiteX54" fmla="*/ 10186219 w 12191999"/>
              <a:gd name="connsiteY54" fmla="*/ 4915 h 7433198"/>
              <a:gd name="connsiteX55" fmla="*/ 9276735 w 12191999"/>
              <a:gd name="connsiteY55" fmla="*/ 0 h 7433198"/>
              <a:gd name="connsiteX56" fmla="*/ 9925663 w 12191999"/>
              <a:gd name="connsiteY56" fmla="*/ 0 h 7433198"/>
              <a:gd name="connsiteX57" fmla="*/ 9925663 w 12191999"/>
              <a:gd name="connsiteY57" fmla="*/ 4915 h 7433198"/>
              <a:gd name="connsiteX58" fmla="*/ 9276735 w 12191999"/>
              <a:gd name="connsiteY58" fmla="*/ 4915 h 7433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1999" h="7433198">
                <a:moveTo>
                  <a:pt x="10574593" y="6862914"/>
                </a:moveTo>
                <a:lnTo>
                  <a:pt x="11223523" y="6862914"/>
                </a:lnTo>
                <a:lnTo>
                  <a:pt x="11223523" y="7349622"/>
                </a:lnTo>
                <a:lnTo>
                  <a:pt x="10574593" y="7349622"/>
                </a:lnTo>
                <a:close/>
                <a:moveTo>
                  <a:pt x="9704437" y="6862914"/>
                </a:moveTo>
                <a:lnTo>
                  <a:pt x="10353366" y="6862914"/>
                </a:lnTo>
                <a:lnTo>
                  <a:pt x="10353365" y="7433198"/>
                </a:lnTo>
                <a:lnTo>
                  <a:pt x="9704437" y="7433198"/>
                </a:lnTo>
                <a:close/>
                <a:moveTo>
                  <a:pt x="8686797" y="6862914"/>
                </a:moveTo>
                <a:lnTo>
                  <a:pt x="9335727" y="6862914"/>
                </a:lnTo>
                <a:lnTo>
                  <a:pt x="9335727" y="7369291"/>
                </a:lnTo>
                <a:lnTo>
                  <a:pt x="8686797" y="7369291"/>
                </a:lnTo>
                <a:close/>
                <a:moveTo>
                  <a:pt x="8219765" y="4918"/>
                </a:moveTo>
                <a:lnTo>
                  <a:pt x="8219764" y="1882879"/>
                </a:lnTo>
                <a:cubicBezTo>
                  <a:pt x="8219764" y="2920048"/>
                  <a:pt x="8365032" y="3760840"/>
                  <a:pt x="8544229" y="3760840"/>
                </a:cubicBezTo>
                <a:cubicBezTo>
                  <a:pt x="8723425" y="3760840"/>
                  <a:pt x="8868693" y="2920048"/>
                  <a:pt x="8868693" y="1882879"/>
                </a:cubicBezTo>
                <a:lnTo>
                  <a:pt x="8868693" y="4918"/>
                </a:lnTo>
                <a:close/>
                <a:moveTo>
                  <a:pt x="11208773" y="4915"/>
                </a:moveTo>
                <a:lnTo>
                  <a:pt x="11208773" y="1882876"/>
                </a:lnTo>
                <a:cubicBezTo>
                  <a:pt x="11208773" y="2920045"/>
                  <a:pt x="11354041" y="3760837"/>
                  <a:pt x="11533237" y="3760837"/>
                </a:cubicBezTo>
                <a:cubicBezTo>
                  <a:pt x="11712435" y="3760837"/>
                  <a:pt x="11857703" y="2920045"/>
                  <a:pt x="11857703" y="1882876"/>
                </a:cubicBezTo>
                <a:lnTo>
                  <a:pt x="11857703" y="4915"/>
                </a:lnTo>
                <a:close/>
                <a:moveTo>
                  <a:pt x="0" y="4915"/>
                </a:moveTo>
                <a:lnTo>
                  <a:pt x="9276735" y="4915"/>
                </a:lnTo>
                <a:lnTo>
                  <a:pt x="9276733" y="1877961"/>
                </a:lnTo>
                <a:cubicBezTo>
                  <a:pt x="9276733" y="2915130"/>
                  <a:pt x="9422001" y="3755922"/>
                  <a:pt x="9601199" y="3755922"/>
                </a:cubicBezTo>
                <a:cubicBezTo>
                  <a:pt x="9780395" y="3755922"/>
                  <a:pt x="9925663" y="2915130"/>
                  <a:pt x="9925663" y="1877961"/>
                </a:cubicBezTo>
                <a:lnTo>
                  <a:pt x="9925663" y="4915"/>
                </a:lnTo>
                <a:lnTo>
                  <a:pt x="10186219" y="4915"/>
                </a:lnTo>
                <a:lnTo>
                  <a:pt x="10186217" y="1877961"/>
                </a:lnTo>
                <a:cubicBezTo>
                  <a:pt x="10186217" y="2915130"/>
                  <a:pt x="10331485" y="3755922"/>
                  <a:pt x="10510683" y="3755922"/>
                </a:cubicBezTo>
                <a:cubicBezTo>
                  <a:pt x="10689879" y="3755922"/>
                  <a:pt x="10835147" y="2915130"/>
                  <a:pt x="10835147" y="1877961"/>
                </a:cubicBezTo>
                <a:lnTo>
                  <a:pt x="10835147" y="4915"/>
                </a:lnTo>
                <a:lnTo>
                  <a:pt x="12191999" y="4915"/>
                </a:lnTo>
                <a:lnTo>
                  <a:pt x="12191999" y="6862914"/>
                </a:lnTo>
                <a:lnTo>
                  <a:pt x="11223523" y="6862914"/>
                </a:lnTo>
                <a:lnTo>
                  <a:pt x="11223523" y="5471661"/>
                </a:lnTo>
                <a:cubicBezTo>
                  <a:pt x="11223523" y="4434492"/>
                  <a:pt x="11078255" y="3593700"/>
                  <a:pt x="10899059" y="3593700"/>
                </a:cubicBezTo>
                <a:cubicBezTo>
                  <a:pt x="10719861" y="3593700"/>
                  <a:pt x="10574593" y="4434492"/>
                  <a:pt x="10574593" y="5471661"/>
                </a:cubicBezTo>
                <a:lnTo>
                  <a:pt x="10574593" y="6862914"/>
                </a:lnTo>
                <a:lnTo>
                  <a:pt x="10353366" y="6862914"/>
                </a:lnTo>
                <a:lnTo>
                  <a:pt x="10353367" y="5555237"/>
                </a:lnTo>
                <a:cubicBezTo>
                  <a:pt x="10353367" y="4518068"/>
                  <a:pt x="10208099" y="3677276"/>
                  <a:pt x="10028901" y="3677276"/>
                </a:cubicBezTo>
                <a:cubicBezTo>
                  <a:pt x="9849705" y="3677276"/>
                  <a:pt x="9704437" y="4518068"/>
                  <a:pt x="9704437" y="5555237"/>
                </a:cubicBezTo>
                <a:lnTo>
                  <a:pt x="9704437" y="6862914"/>
                </a:lnTo>
                <a:lnTo>
                  <a:pt x="9335727" y="6862914"/>
                </a:lnTo>
                <a:lnTo>
                  <a:pt x="9335727" y="5491330"/>
                </a:lnTo>
                <a:cubicBezTo>
                  <a:pt x="9335727" y="4454161"/>
                  <a:pt x="9190459" y="3613369"/>
                  <a:pt x="9011263" y="3613369"/>
                </a:cubicBezTo>
                <a:cubicBezTo>
                  <a:pt x="8832065" y="3613369"/>
                  <a:pt x="8686797" y="4454161"/>
                  <a:pt x="8686797" y="5491330"/>
                </a:cubicBezTo>
                <a:lnTo>
                  <a:pt x="8686797" y="6862914"/>
                </a:lnTo>
                <a:lnTo>
                  <a:pt x="0" y="6862914"/>
                </a:lnTo>
                <a:close/>
                <a:moveTo>
                  <a:pt x="10186219" y="0"/>
                </a:moveTo>
                <a:lnTo>
                  <a:pt x="10835147" y="0"/>
                </a:lnTo>
                <a:lnTo>
                  <a:pt x="10835147" y="4915"/>
                </a:lnTo>
                <a:lnTo>
                  <a:pt x="10186219" y="4915"/>
                </a:lnTo>
                <a:close/>
                <a:moveTo>
                  <a:pt x="9276735" y="0"/>
                </a:moveTo>
                <a:lnTo>
                  <a:pt x="9925663" y="0"/>
                </a:lnTo>
                <a:lnTo>
                  <a:pt x="9925663" y="4915"/>
                </a:lnTo>
                <a:lnTo>
                  <a:pt x="9276735" y="4915"/>
                </a:lnTo>
                <a:close/>
              </a:path>
            </a:pathLst>
          </a:custGeom>
          <a:solidFill>
            <a:srgbClr val="FFF2CC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41D327-2AE7-6253-C0F4-533858A9A94C}"/>
              </a:ext>
            </a:extLst>
          </p:cNvPr>
          <p:cNvSpPr/>
          <p:nvPr/>
        </p:nvSpPr>
        <p:spPr>
          <a:xfrm>
            <a:off x="314632" y="324464"/>
            <a:ext cx="7561006" cy="5289755"/>
          </a:xfrm>
          <a:prstGeom prst="roundRect">
            <a:avLst>
              <a:gd name="adj" fmla="val 19083"/>
            </a:avLst>
          </a:prstGeom>
          <a:solidFill>
            <a:srgbClr val="8C63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FED5E1-04E8-7AB3-1DC9-0C659A4233C7}"/>
              </a:ext>
            </a:extLst>
          </p:cNvPr>
          <p:cNvSpPr/>
          <p:nvPr/>
        </p:nvSpPr>
        <p:spPr>
          <a:xfrm>
            <a:off x="471948" y="6027174"/>
            <a:ext cx="7374194" cy="707923"/>
          </a:xfrm>
          <a:prstGeom prst="roundRect">
            <a:avLst>
              <a:gd name="adj" fmla="val 50000"/>
            </a:avLst>
          </a:prstGeom>
          <a:solidFill>
            <a:srgbClr val="8C63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5D07D0-55A4-2E81-C568-B641CBC40FCC}"/>
              </a:ext>
            </a:extLst>
          </p:cNvPr>
          <p:cNvSpPr/>
          <p:nvPr/>
        </p:nvSpPr>
        <p:spPr>
          <a:xfrm>
            <a:off x="3839503" y="6016850"/>
            <a:ext cx="1764888" cy="707923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Graphic 48" descr="Heart with pulse with solid fill">
            <a:extLst>
              <a:ext uri="{FF2B5EF4-FFF2-40B4-BE49-F238E27FC236}">
                <a16:creationId xmlns:a16="http://schemas.microsoft.com/office/drawing/2014/main" id="{125EB1F7-3A64-217C-993B-FAE134F3A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4747" y="5923935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5B562B-9976-FC4F-F02B-902282F4057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644" y="3413917"/>
            <a:ext cx="1277112" cy="18653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510589B-2313-46F2-C517-C836B69B093E}"/>
              </a:ext>
            </a:extLst>
          </p:cNvPr>
          <p:cNvSpPr txBox="1"/>
          <p:nvPr/>
        </p:nvSpPr>
        <p:spPr>
          <a:xfrm>
            <a:off x="267731" y="1183814"/>
            <a:ext cx="7618690" cy="4443889"/>
          </a:xfrm>
          <a:prstGeom prst="roundRect">
            <a:avLst>
              <a:gd name="adj" fmla="val 24870"/>
            </a:avLst>
          </a:prstGeom>
          <a:gradFill>
            <a:gsLst>
              <a:gs pos="0">
                <a:schemeClr val="accent4">
                  <a:lumMod val="60000"/>
                  <a:lumOff val="40000"/>
                  <a:alpha val="92000"/>
                </a:schemeClr>
              </a:gs>
              <a:gs pos="100000">
                <a:srgbClr val="8C632D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Understanding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emotions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: We all feel happy, sad, or stressed at times. Understanding your emotions helps you manage them better.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Dealing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with stress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: Life can be stressful, but learning how to stay calm and manage your stress is important for mental health.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Building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emotional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strength</a:t>
            </a:r>
            <a:r>
              <a:rPr lang="en-US" sz="2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: Mental strength helps you keep going, even when things are tough. It’s about handling failure, disappointment, and overcoming challenges</a:t>
            </a:r>
            <a:r>
              <a:rPr lang="en-US" sz="22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8DDC5F-41EC-5766-FA98-CAB8F0790382}"/>
              </a:ext>
            </a:extLst>
          </p:cNvPr>
          <p:cNvSpPr txBox="1"/>
          <p:nvPr/>
        </p:nvSpPr>
        <p:spPr>
          <a:xfrm>
            <a:off x="514870" y="497769"/>
            <a:ext cx="761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E0DCB3"/>
                </a:solidFill>
                <a:latin typeface="Arial Black" panose="020B0A04020102020204" pitchFamily="34" charset="0"/>
              </a:rPr>
              <a:t>Emotions &amp; Mental Strength</a:t>
            </a:r>
          </a:p>
        </p:txBody>
      </p:sp>
    </p:spTree>
    <p:extLst>
      <p:ext uri="{BB962C8B-B14F-4D97-AF65-F5344CB8AC3E}">
        <p14:creationId xmlns:p14="http://schemas.microsoft.com/office/powerpoint/2010/main" val="4020063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81481E-6 L -0.32669 0.00231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06AA-45C2-D1C8-9525-831DAC322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8C03BFA4-0D46-49BC-5F2C-FEC1FE4328BD}"/>
              </a:ext>
            </a:extLst>
          </p:cNvPr>
          <p:cNvGrpSpPr/>
          <p:nvPr/>
        </p:nvGrpSpPr>
        <p:grpSpPr>
          <a:xfrm rot="18900000">
            <a:off x="3801456" y="687216"/>
            <a:ext cx="4330805" cy="4849685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A9D8422-9E04-F4EC-DC77-82914E3E1440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851BB84-1E71-9790-A737-4FF0AAF7FAF9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23" name="Flowchart: Connector 22">
                <a:extLst>
                  <a:ext uri="{FF2B5EF4-FFF2-40B4-BE49-F238E27FC236}">
                    <a16:creationId xmlns:a16="http://schemas.microsoft.com/office/drawing/2014/main" id="{87CA63F6-45B1-32DE-1CFA-200BC46B4AB5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lowchart: Connector 23">
                <a:extLst>
                  <a:ext uri="{FF2B5EF4-FFF2-40B4-BE49-F238E27FC236}">
                    <a16:creationId xmlns:a16="http://schemas.microsoft.com/office/drawing/2014/main" id="{76B2E1B1-A81E-1C88-6ACE-5B5E89C6E612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8AD5E2-A6A9-FCD8-F5ED-1E401A731E68}"/>
              </a:ext>
            </a:extLst>
          </p:cNvPr>
          <p:cNvGrpSpPr/>
          <p:nvPr/>
        </p:nvGrpSpPr>
        <p:grpSpPr>
          <a:xfrm rot="2700000">
            <a:off x="1573609" y="675420"/>
            <a:ext cx="4375833" cy="4799781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8AB7825-51E1-F0A1-2FFC-682E1B6F5417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F70A4B8-36D0-ECB8-DF6F-121A369D53C0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36" name="Flowchart: Connector 35">
                <a:extLst>
                  <a:ext uri="{FF2B5EF4-FFF2-40B4-BE49-F238E27FC236}">
                    <a16:creationId xmlns:a16="http://schemas.microsoft.com/office/drawing/2014/main" id="{70462590-631E-A09B-F2E8-F695ED00759E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lowchart: Connector 36">
                <a:extLst>
                  <a:ext uri="{FF2B5EF4-FFF2-40B4-BE49-F238E27FC236}">
                    <a16:creationId xmlns:a16="http://schemas.microsoft.com/office/drawing/2014/main" id="{7F797836-35F3-77C0-F0B7-1420AC21D1D1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0DFF09-8950-54AB-87B9-40FB0B7B52B0}"/>
              </a:ext>
            </a:extLst>
          </p:cNvPr>
          <p:cNvGrpSpPr/>
          <p:nvPr/>
        </p:nvGrpSpPr>
        <p:grpSpPr>
          <a:xfrm rot="2706074">
            <a:off x="5960352" y="752787"/>
            <a:ext cx="4375833" cy="4799781"/>
            <a:chOff x="811154" y="1455173"/>
            <a:chExt cx="3677271" cy="4075477"/>
          </a:xfrm>
          <a:solidFill>
            <a:srgbClr val="8C632D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B9D93FC-CB73-CDDB-6339-B6852676D2A7}"/>
                </a:ext>
              </a:extLst>
            </p:cNvPr>
            <p:cNvSpPr/>
            <p:nvPr/>
          </p:nvSpPr>
          <p:spPr>
            <a:xfrm rot="2799347">
              <a:off x="811158" y="1656737"/>
              <a:ext cx="3677264" cy="3677271"/>
            </a:xfrm>
            <a:custGeom>
              <a:avLst/>
              <a:gdLst>
                <a:gd name="connsiteX0" fmla="*/ 2762864 w 3677264"/>
                <a:gd name="connsiteY0" fmla="*/ 1848471 h 3677271"/>
                <a:gd name="connsiteX1" fmla="*/ 2947147 w 3677264"/>
                <a:gd name="connsiteY1" fmla="*/ 1867048 h 3677271"/>
                <a:gd name="connsiteX2" fmla="*/ 2970466 w 3677264"/>
                <a:gd name="connsiteY2" fmla="*/ 1873044 h 3677271"/>
                <a:gd name="connsiteX3" fmla="*/ 3034779 w 3677264"/>
                <a:gd name="connsiteY3" fmla="*/ 1889581 h 3677271"/>
                <a:gd name="connsiteX4" fmla="*/ 3677264 w 3677264"/>
                <a:gd name="connsiteY4" fmla="*/ 2762871 h 3677271"/>
                <a:gd name="connsiteX5" fmla="*/ 2762864 w 3677264"/>
                <a:gd name="connsiteY5" fmla="*/ 3677271 h 3677271"/>
                <a:gd name="connsiteX6" fmla="*/ 1867041 w 3677264"/>
                <a:gd name="connsiteY6" fmla="*/ 2947154 h 3677271"/>
                <a:gd name="connsiteX7" fmla="*/ 1863212 w 3677264"/>
                <a:gd name="connsiteY7" fmla="*/ 2922065 h 3677271"/>
                <a:gd name="connsiteX8" fmla="*/ 1853185 w 3677264"/>
                <a:gd name="connsiteY8" fmla="*/ 2856363 h 3677271"/>
                <a:gd name="connsiteX9" fmla="*/ 1848464 w 3677264"/>
                <a:gd name="connsiteY9" fmla="*/ 2762871 h 3677271"/>
                <a:gd name="connsiteX10" fmla="*/ 1853185 w 3677264"/>
                <a:gd name="connsiteY10" fmla="*/ 2669379 h 3677271"/>
                <a:gd name="connsiteX11" fmla="*/ 1863212 w 3677264"/>
                <a:gd name="connsiteY11" fmla="*/ 2603678 h 3677271"/>
                <a:gd name="connsiteX12" fmla="*/ 1867041 w 3677264"/>
                <a:gd name="connsiteY12" fmla="*/ 2578588 h 3677271"/>
                <a:gd name="connsiteX13" fmla="*/ 2490949 w 3677264"/>
                <a:gd name="connsiteY13" fmla="*/ 1889581 h 3677271"/>
                <a:gd name="connsiteX14" fmla="*/ 2555262 w 3677264"/>
                <a:gd name="connsiteY14" fmla="*/ 1873044 h 3677271"/>
                <a:gd name="connsiteX15" fmla="*/ 2578581 w 3677264"/>
                <a:gd name="connsiteY15" fmla="*/ 1867048 h 3677271"/>
                <a:gd name="connsiteX16" fmla="*/ 2762864 w 3677264"/>
                <a:gd name="connsiteY16" fmla="*/ 1848471 h 3677271"/>
                <a:gd name="connsiteX17" fmla="*/ 914400 w 3677264"/>
                <a:gd name="connsiteY17" fmla="*/ 0 h 3677271"/>
                <a:gd name="connsiteX18" fmla="*/ 1810223 w 3677264"/>
                <a:gd name="connsiteY18" fmla="*/ 730117 h 3677271"/>
                <a:gd name="connsiteX19" fmla="*/ 1814054 w 3677264"/>
                <a:gd name="connsiteY19" fmla="*/ 755219 h 3677271"/>
                <a:gd name="connsiteX20" fmla="*/ 1824079 w 3677264"/>
                <a:gd name="connsiteY20" fmla="*/ 820908 h 3677271"/>
                <a:gd name="connsiteX21" fmla="*/ 1828800 w 3677264"/>
                <a:gd name="connsiteY21" fmla="*/ 914400 h 3677271"/>
                <a:gd name="connsiteX22" fmla="*/ 1824079 w 3677264"/>
                <a:gd name="connsiteY22" fmla="*/ 1007892 h 3677271"/>
                <a:gd name="connsiteX23" fmla="*/ 1814054 w 3677264"/>
                <a:gd name="connsiteY23" fmla="*/ 1073580 h 3677271"/>
                <a:gd name="connsiteX24" fmla="*/ 1814054 w 3677264"/>
                <a:gd name="connsiteY24" fmla="*/ 1568237 h 3677271"/>
                <a:gd name="connsiteX25" fmla="*/ 2118860 w 3677264"/>
                <a:gd name="connsiteY25" fmla="*/ 1873043 h 3677271"/>
                <a:gd name="connsiteX26" fmla="*/ 2555262 w 3677264"/>
                <a:gd name="connsiteY26" fmla="*/ 1873043 h 3677271"/>
                <a:gd name="connsiteX27" fmla="*/ 2490949 w 3677264"/>
                <a:gd name="connsiteY27" fmla="*/ 1889580 h 3677271"/>
                <a:gd name="connsiteX28" fmla="*/ 1867041 w 3677264"/>
                <a:gd name="connsiteY28" fmla="*/ 2578587 h 3677271"/>
                <a:gd name="connsiteX29" fmla="*/ 1863212 w 3677264"/>
                <a:gd name="connsiteY29" fmla="*/ 2603677 h 3677271"/>
                <a:gd name="connsiteX30" fmla="*/ 1863212 w 3677264"/>
                <a:gd name="connsiteY30" fmla="*/ 2168030 h 3677271"/>
                <a:gd name="connsiteX31" fmla="*/ 1519068 w 3677264"/>
                <a:gd name="connsiteY31" fmla="*/ 1823886 h 3677271"/>
                <a:gd name="connsiteX32" fmla="*/ 1009156 w 3677264"/>
                <a:gd name="connsiteY32" fmla="*/ 1823886 h 3677271"/>
                <a:gd name="connsiteX33" fmla="*/ 1009150 w 3677264"/>
                <a:gd name="connsiteY33" fmla="*/ 1823887 h 3677271"/>
                <a:gd name="connsiteX34" fmla="*/ 1007892 w 3677264"/>
                <a:gd name="connsiteY34" fmla="*/ 1824079 h 3677271"/>
                <a:gd name="connsiteX35" fmla="*/ 914400 w 3677264"/>
                <a:gd name="connsiteY35" fmla="*/ 1828800 h 3677271"/>
                <a:gd name="connsiteX36" fmla="*/ 820908 w 3677264"/>
                <a:gd name="connsiteY36" fmla="*/ 1824079 h 3677271"/>
                <a:gd name="connsiteX37" fmla="*/ 819650 w 3677264"/>
                <a:gd name="connsiteY37" fmla="*/ 1823887 h 3677271"/>
                <a:gd name="connsiteX38" fmla="*/ 730117 w 3677264"/>
                <a:gd name="connsiteY38" fmla="*/ 1810223 h 3677271"/>
                <a:gd name="connsiteX39" fmla="*/ 0 w 3677264"/>
                <a:gd name="connsiteY39" fmla="*/ 914400 h 3677271"/>
                <a:gd name="connsiteX40" fmla="*/ 914400 w 3677264"/>
                <a:gd name="connsiteY40" fmla="*/ 0 h 367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677264" h="3677271">
                  <a:moveTo>
                    <a:pt x="2762864" y="1848471"/>
                  </a:moveTo>
                  <a:cubicBezTo>
                    <a:pt x="2825990" y="1848471"/>
                    <a:pt x="2887622" y="1854868"/>
                    <a:pt x="2947147" y="1867048"/>
                  </a:cubicBezTo>
                  <a:lnTo>
                    <a:pt x="2970466" y="1873044"/>
                  </a:lnTo>
                  <a:lnTo>
                    <a:pt x="3034779" y="1889581"/>
                  </a:lnTo>
                  <a:cubicBezTo>
                    <a:pt x="3407002" y="2005354"/>
                    <a:pt x="3677264" y="2352551"/>
                    <a:pt x="3677264" y="2762871"/>
                  </a:cubicBezTo>
                  <a:cubicBezTo>
                    <a:pt x="3677264" y="3267880"/>
                    <a:pt x="3267873" y="3677271"/>
                    <a:pt x="2762864" y="3677271"/>
                  </a:cubicBezTo>
                  <a:cubicBezTo>
                    <a:pt x="2320981" y="3677271"/>
                    <a:pt x="1952306" y="3363831"/>
                    <a:pt x="1867041" y="2947154"/>
                  </a:cubicBezTo>
                  <a:lnTo>
                    <a:pt x="1863212" y="2922065"/>
                  </a:lnTo>
                  <a:lnTo>
                    <a:pt x="1853185" y="2856363"/>
                  </a:lnTo>
                  <a:cubicBezTo>
                    <a:pt x="1850063" y="2825624"/>
                    <a:pt x="1848464" y="2794434"/>
                    <a:pt x="1848464" y="2762871"/>
                  </a:cubicBezTo>
                  <a:cubicBezTo>
                    <a:pt x="1848464" y="2731308"/>
                    <a:pt x="1850063" y="2700119"/>
                    <a:pt x="1853185" y="2669379"/>
                  </a:cubicBezTo>
                  <a:lnTo>
                    <a:pt x="1863212" y="2603678"/>
                  </a:lnTo>
                  <a:lnTo>
                    <a:pt x="1867041" y="2578588"/>
                  </a:lnTo>
                  <a:cubicBezTo>
                    <a:pt x="1934035" y="2251199"/>
                    <a:pt x="2175991" y="1987543"/>
                    <a:pt x="2490949" y="1889581"/>
                  </a:cubicBezTo>
                  <a:lnTo>
                    <a:pt x="2555262" y="1873044"/>
                  </a:lnTo>
                  <a:lnTo>
                    <a:pt x="2578581" y="1867048"/>
                  </a:lnTo>
                  <a:cubicBezTo>
                    <a:pt x="2638106" y="1854868"/>
                    <a:pt x="2699738" y="1848471"/>
                    <a:pt x="2762864" y="1848471"/>
                  </a:cubicBezTo>
                  <a:close/>
                  <a:moveTo>
                    <a:pt x="914400" y="0"/>
                  </a:moveTo>
                  <a:cubicBezTo>
                    <a:pt x="1356283" y="0"/>
                    <a:pt x="1724958" y="313440"/>
                    <a:pt x="1810223" y="730117"/>
                  </a:cubicBezTo>
                  <a:lnTo>
                    <a:pt x="1814054" y="755219"/>
                  </a:lnTo>
                  <a:lnTo>
                    <a:pt x="1824079" y="820908"/>
                  </a:lnTo>
                  <a:cubicBezTo>
                    <a:pt x="1827201" y="851647"/>
                    <a:pt x="1828800" y="882837"/>
                    <a:pt x="1828800" y="914400"/>
                  </a:cubicBezTo>
                  <a:cubicBezTo>
                    <a:pt x="1828800" y="945963"/>
                    <a:pt x="1827201" y="977152"/>
                    <a:pt x="1824079" y="1007892"/>
                  </a:cubicBezTo>
                  <a:lnTo>
                    <a:pt x="1814054" y="1073580"/>
                  </a:lnTo>
                  <a:lnTo>
                    <a:pt x="1814054" y="1568237"/>
                  </a:lnTo>
                  <a:cubicBezTo>
                    <a:pt x="1814054" y="1736577"/>
                    <a:pt x="1950520" y="1873043"/>
                    <a:pt x="2118860" y="1873043"/>
                  </a:cubicBezTo>
                  <a:lnTo>
                    <a:pt x="2555262" y="1873043"/>
                  </a:lnTo>
                  <a:lnTo>
                    <a:pt x="2490949" y="1889580"/>
                  </a:lnTo>
                  <a:cubicBezTo>
                    <a:pt x="2175991" y="1987542"/>
                    <a:pt x="1934035" y="2251198"/>
                    <a:pt x="1867041" y="2578587"/>
                  </a:cubicBezTo>
                  <a:lnTo>
                    <a:pt x="1863212" y="2603677"/>
                  </a:lnTo>
                  <a:lnTo>
                    <a:pt x="1863212" y="2168030"/>
                  </a:lnTo>
                  <a:cubicBezTo>
                    <a:pt x="1863212" y="1977965"/>
                    <a:pt x="1709133" y="1823886"/>
                    <a:pt x="1519068" y="1823886"/>
                  </a:cubicBezTo>
                  <a:lnTo>
                    <a:pt x="1009156" y="1823886"/>
                  </a:lnTo>
                  <a:lnTo>
                    <a:pt x="1009150" y="1823887"/>
                  </a:lnTo>
                  <a:lnTo>
                    <a:pt x="1007892" y="1824079"/>
                  </a:lnTo>
                  <a:cubicBezTo>
                    <a:pt x="977153" y="1827201"/>
                    <a:pt x="945963" y="1828800"/>
                    <a:pt x="914400" y="1828800"/>
                  </a:cubicBezTo>
                  <a:cubicBezTo>
                    <a:pt x="882837" y="1828800"/>
                    <a:pt x="851647" y="1827201"/>
                    <a:pt x="820908" y="1824079"/>
                  </a:cubicBezTo>
                  <a:lnTo>
                    <a:pt x="819650" y="1823887"/>
                  </a:lnTo>
                  <a:lnTo>
                    <a:pt x="730117" y="1810223"/>
                  </a:lnTo>
                  <a:cubicBezTo>
                    <a:pt x="313440" y="1724958"/>
                    <a:pt x="0" y="1356283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D795622-AB5B-FB4E-DA27-1A90496CA00C}"/>
                </a:ext>
              </a:extLst>
            </p:cNvPr>
            <p:cNvGrpSpPr/>
            <p:nvPr/>
          </p:nvGrpSpPr>
          <p:grpSpPr>
            <a:xfrm>
              <a:off x="1823883" y="1455173"/>
              <a:ext cx="1637072" cy="4075477"/>
              <a:chOff x="1823883" y="1455173"/>
              <a:chExt cx="1637072" cy="4075477"/>
            </a:xfrm>
            <a:grpFill/>
          </p:grpSpPr>
          <p:sp>
            <p:nvSpPr>
              <p:cNvPr id="41" name="Flowchart: Connector 40">
                <a:extLst>
                  <a:ext uri="{FF2B5EF4-FFF2-40B4-BE49-F238E27FC236}">
                    <a16:creationId xmlns:a16="http://schemas.microsoft.com/office/drawing/2014/main" id="{E9A47463-71C9-9F47-BE70-AA6DB7F75185}"/>
                  </a:ext>
                </a:extLst>
              </p:cNvPr>
              <p:cNvSpPr/>
              <p:nvPr/>
            </p:nvSpPr>
            <p:spPr>
              <a:xfrm>
                <a:off x="1887793" y="1455173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5A50E138-2B86-BC1E-8398-C47F7B62DB3A}"/>
                  </a:ext>
                </a:extLst>
              </p:cNvPr>
              <p:cNvSpPr/>
              <p:nvPr/>
            </p:nvSpPr>
            <p:spPr>
              <a:xfrm>
                <a:off x="1823883" y="4055810"/>
                <a:ext cx="1573162" cy="1474840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3" name="Graphic 42" descr="Marketing with solid fill">
            <a:extLst>
              <a:ext uri="{FF2B5EF4-FFF2-40B4-BE49-F238E27FC236}">
                <a16:creationId xmlns:a16="http://schemas.microsoft.com/office/drawing/2014/main" id="{91D8D480-D538-9822-5472-5DD081A63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8574" y="3609797"/>
            <a:ext cx="1212210" cy="1212210"/>
          </a:xfrm>
          <a:prstGeom prst="rect">
            <a:avLst/>
          </a:prstGeom>
        </p:spPr>
      </p:pic>
      <p:pic>
        <p:nvPicPr>
          <p:cNvPr id="44" name="Graphic 43" descr="Magnifying glass with solid fill">
            <a:extLst>
              <a:ext uri="{FF2B5EF4-FFF2-40B4-BE49-F238E27FC236}">
                <a16:creationId xmlns:a16="http://schemas.microsoft.com/office/drawing/2014/main" id="{57A7C6A1-9212-7699-7936-60C3767B1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1521" y="1373119"/>
            <a:ext cx="1406011" cy="1406011"/>
          </a:xfrm>
          <a:prstGeom prst="rect">
            <a:avLst/>
          </a:prstGeom>
        </p:spPr>
      </p:pic>
      <p:pic>
        <p:nvPicPr>
          <p:cNvPr id="45" name="Graphic 44" descr="Heart with pulse with solid fill">
            <a:extLst>
              <a:ext uri="{FF2B5EF4-FFF2-40B4-BE49-F238E27FC236}">
                <a16:creationId xmlns:a16="http://schemas.microsoft.com/office/drawing/2014/main" id="{B2F310CB-7F02-30C7-0B7F-4FBB63AEBC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9912" y="3447600"/>
            <a:ext cx="1662224" cy="1662224"/>
          </a:xfrm>
          <a:prstGeom prst="rect">
            <a:avLst/>
          </a:prstGeom>
        </p:spPr>
      </p:pic>
      <p:pic>
        <p:nvPicPr>
          <p:cNvPr id="46" name="Graphic 45" descr="Briefcase with solid fill">
            <a:extLst>
              <a:ext uri="{FF2B5EF4-FFF2-40B4-BE49-F238E27FC236}">
                <a16:creationId xmlns:a16="http://schemas.microsoft.com/office/drawing/2014/main" id="{51C69E09-1481-BE96-80EF-D6D32E593E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90619" y="1375118"/>
            <a:ext cx="1498525" cy="1498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A40CF9-E203-4773-FC0F-BEA40DF91C71}"/>
              </a:ext>
            </a:extLst>
          </p:cNvPr>
          <p:cNvSpPr txBox="1"/>
          <p:nvPr/>
        </p:nvSpPr>
        <p:spPr>
          <a:xfrm>
            <a:off x="3707055" y="3967914"/>
            <a:ext cx="227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  Communication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 &amp; Confidence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BB3A0B-B74F-813A-48F5-AF002AD28787}"/>
              </a:ext>
            </a:extLst>
          </p:cNvPr>
          <p:cNvSpPr txBox="1"/>
          <p:nvPr/>
        </p:nvSpPr>
        <p:spPr>
          <a:xfrm>
            <a:off x="6688659" y="1643791"/>
            <a:ext cx="1621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Real-World Skills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2C09D-4220-F128-91C2-7E6E80D3D606}"/>
              </a:ext>
            </a:extLst>
          </p:cNvPr>
          <p:cNvSpPr txBox="1"/>
          <p:nvPr/>
        </p:nvSpPr>
        <p:spPr>
          <a:xfrm>
            <a:off x="2451960" y="1366791"/>
            <a:ext cx="1486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Finding Your Passion</a:t>
            </a:r>
            <a:endParaRPr lang="en-US" sz="1800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A9F7E-11A3-3972-7AC4-01405F3B9CB1}"/>
              </a:ext>
            </a:extLst>
          </p:cNvPr>
          <p:cNvSpPr txBox="1"/>
          <p:nvPr/>
        </p:nvSpPr>
        <p:spPr>
          <a:xfrm>
            <a:off x="8232462" y="3920091"/>
            <a:ext cx="2551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Emotions &amp; Mental Strength</a:t>
            </a:r>
          </a:p>
        </p:txBody>
      </p:sp>
    </p:spTree>
    <p:extLst>
      <p:ext uri="{BB962C8B-B14F-4D97-AF65-F5344CB8AC3E}">
        <p14:creationId xmlns:p14="http://schemas.microsoft.com/office/powerpoint/2010/main" val="2319848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4544B-13FF-C108-A5BF-761B97367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287" y="-4914"/>
            <a:ext cx="10057273" cy="6801954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08D456-B0EE-D979-E8C3-FCD343528920}"/>
              </a:ext>
            </a:extLst>
          </p:cNvPr>
          <p:cNvSpPr/>
          <p:nvPr/>
        </p:nvSpPr>
        <p:spPr>
          <a:xfrm>
            <a:off x="2" y="-4914"/>
            <a:ext cx="12191999" cy="7433198"/>
          </a:xfrm>
          <a:custGeom>
            <a:avLst/>
            <a:gdLst>
              <a:gd name="connsiteX0" fmla="*/ 10574593 w 12191999"/>
              <a:gd name="connsiteY0" fmla="*/ 6862914 h 7433198"/>
              <a:gd name="connsiteX1" fmla="*/ 11223523 w 12191999"/>
              <a:gd name="connsiteY1" fmla="*/ 6862914 h 7433198"/>
              <a:gd name="connsiteX2" fmla="*/ 11223523 w 12191999"/>
              <a:gd name="connsiteY2" fmla="*/ 7349622 h 7433198"/>
              <a:gd name="connsiteX3" fmla="*/ 10574593 w 12191999"/>
              <a:gd name="connsiteY3" fmla="*/ 7349622 h 7433198"/>
              <a:gd name="connsiteX4" fmla="*/ 9704437 w 12191999"/>
              <a:gd name="connsiteY4" fmla="*/ 6862914 h 7433198"/>
              <a:gd name="connsiteX5" fmla="*/ 10353366 w 12191999"/>
              <a:gd name="connsiteY5" fmla="*/ 6862914 h 7433198"/>
              <a:gd name="connsiteX6" fmla="*/ 10353365 w 12191999"/>
              <a:gd name="connsiteY6" fmla="*/ 7433198 h 7433198"/>
              <a:gd name="connsiteX7" fmla="*/ 9704437 w 12191999"/>
              <a:gd name="connsiteY7" fmla="*/ 7433198 h 7433198"/>
              <a:gd name="connsiteX8" fmla="*/ 8686797 w 12191999"/>
              <a:gd name="connsiteY8" fmla="*/ 6862914 h 7433198"/>
              <a:gd name="connsiteX9" fmla="*/ 9335727 w 12191999"/>
              <a:gd name="connsiteY9" fmla="*/ 6862914 h 7433198"/>
              <a:gd name="connsiteX10" fmla="*/ 9335727 w 12191999"/>
              <a:gd name="connsiteY10" fmla="*/ 7369291 h 7433198"/>
              <a:gd name="connsiteX11" fmla="*/ 8686797 w 12191999"/>
              <a:gd name="connsiteY11" fmla="*/ 7369291 h 7433198"/>
              <a:gd name="connsiteX12" fmla="*/ 8219765 w 12191999"/>
              <a:gd name="connsiteY12" fmla="*/ 4918 h 7433198"/>
              <a:gd name="connsiteX13" fmla="*/ 8219764 w 12191999"/>
              <a:gd name="connsiteY13" fmla="*/ 1882879 h 7433198"/>
              <a:gd name="connsiteX14" fmla="*/ 8544229 w 12191999"/>
              <a:gd name="connsiteY14" fmla="*/ 3760840 h 7433198"/>
              <a:gd name="connsiteX15" fmla="*/ 8868693 w 12191999"/>
              <a:gd name="connsiteY15" fmla="*/ 1882879 h 7433198"/>
              <a:gd name="connsiteX16" fmla="*/ 8868693 w 12191999"/>
              <a:gd name="connsiteY16" fmla="*/ 4918 h 7433198"/>
              <a:gd name="connsiteX17" fmla="*/ 11208773 w 12191999"/>
              <a:gd name="connsiteY17" fmla="*/ 4915 h 7433198"/>
              <a:gd name="connsiteX18" fmla="*/ 11208773 w 12191999"/>
              <a:gd name="connsiteY18" fmla="*/ 1882876 h 7433198"/>
              <a:gd name="connsiteX19" fmla="*/ 11533237 w 12191999"/>
              <a:gd name="connsiteY19" fmla="*/ 3760837 h 7433198"/>
              <a:gd name="connsiteX20" fmla="*/ 11857703 w 12191999"/>
              <a:gd name="connsiteY20" fmla="*/ 1882876 h 7433198"/>
              <a:gd name="connsiteX21" fmla="*/ 11857703 w 12191999"/>
              <a:gd name="connsiteY21" fmla="*/ 4915 h 7433198"/>
              <a:gd name="connsiteX22" fmla="*/ 0 w 12191999"/>
              <a:gd name="connsiteY22" fmla="*/ 4915 h 7433198"/>
              <a:gd name="connsiteX23" fmla="*/ 9276735 w 12191999"/>
              <a:gd name="connsiteY23" fmla="*/ 4915 h 7433198"/>
              <a:gd name="connsiteX24" fmla="*/ 9276733 w 12191999"/>
              <a:gd name="connsiteY24" fmla="*/ 1877961 h 7433198"/>
              <a:gd name="connsiteX25" fmla="*/ 9601199 w 12191999"/>
              <a:gd name="connsiteY25" fmla="*/ 3755922 h 7433198"/>
              <a:gd name="connsiteX26" fmla="*/ 9925663 w 12191999"/>
              <a:gd name="connsiteY26" fmla="*/ 1877961 h 7433198"/>
              <a:gd name="connsiteX27" fmla="*/ 9925663 w 12191999"/>
              <a:gd name="connsiteY27" fmla="*/ 4915 h 7433198"/>
              <a:gd name="connsiteX28" fmla="*/ 10186219 w 12191999"/>
              <a:gd name="connsiteY28" fmla="*/ 4915 h 7433198"/>
              <a:gd name="connsiteX29" fmla="*/ 10186217 w 12191999"/>
              <a:gd name="connsiteY29" fmla="*/ 1877961 h 7433198"/>
              <a:gd name="connsiteX30" fmla="*/ 10510683 w 12191999"/>
              <a:gd name="connsiteY30" fmla="*/ 3755922 h 7433198"/>
              <a:gd name="connsiteX31" fmla="*/ 10835147 w 12191999"/>
              <a:gd name="connsiteY31" fmla="*/ 1877961 h 7433198"/>
              <a:gd name="connsiteX32" fmla="*/ 10835147 w 12191999"/>
              <a:gd name="connsiteY32" fmla="*/ 4915 h 7433198"/>
              <a:gd name="connsiteX33" fmla="*/ 12191999 w 12191999"/>
              <a:gd name="connsiteY33" fmla="*/ 4915 h 7433198"/>
              <a:gd name="connsiteX34" fmla="*/ 12191999 w 12191999"/>
              <a:gd name="connsiteY34" fmla="*/ 6862914 h 7433198"/>
              <a:gd name="connsiteX35" fmla="*/ 11223523 w 12191999"/>
              <a:gd name="connsiteY35" fmla="*/ 6862914 h 7433198"/>
              <a:gd name="connsiteX36" fmla="*/ 11223523 w 12191999"/>
              <a:gd name="connsiteY36" fmla="*/ 5471661 h 7433198"/>
              <a:gd name="connsiteX37" fmla="*/ 10899059 w 12191999"/>
              <a:gd name="connsiteY37" fmla="*/ 3593700 h 7433198"/>
              <a:gd name="connsiteX38" fmla="*/ 10574593 w 12191999"/>
              <a:gd name="connsiteY38" fmla="*/ 5471661 h 7433198"/>
              <a:gd name="connsiteX39" fmla="*/ 10574593 w 12191999"/>
              <a:gd name="connsiteY39" fmla="*/ 6862914 h 7433198"/>
              <a:gd name="connsiteX40" fmla="*/ 10353366 w 12191999"/>
              <a:gd name="connsiteY40" fmla="*/ 6862914 h 7433198"/>
              <a:gd name="connsiteX41" fmla="*/ 10353367 w 12191999"/>
              <a:gd name="connsiteY41" fmla="*/ 5555237 h 7433198"/>
              <a:gd name="connsiteX42" fmla="*/ 10028901 w 12191999"/>
              <a:gd name="connsiteY42" fmla="*/ 3677276 h 7433198"/>
              <a:gd name="connsiteX43" fmla="*/ 9704437 w 12191999"/>
              <a:gd name="connsiteY43" fmla="*/ 5555237 h 7433198"/>
              <a:gd name="connsiteX44" fmla="*/ 9704437 w 12191999"/>
              <a:gd name="connsiteY44" fmla="*/ 6862914 h 7433198"/>
              <a:gd name="connsiteX45" fmla="*/ 9335727 w 12191999"/>
              <a:gd name="connsiteY45" fmla="*/ 6862914 h 7433198"/>
              <a:gd name="connsiteX46" fmla="*/ 9335727 w 12191999"/>
              <a:gd name="connsiteY46" fmla="*/ 5491330 h 7433198"/>
              <a:gd name="connsiteX47" fmla="*/ 9011263 w 12191999"/>
              <a:gd name="connsiteY47" fmla="*/ 3613369 h 7433198"/>
              <a:gd name="connsiteX48" fmla="*/ 8686797 w 12191999"/>
              <a:gd name="connsiteY48" fmla="*/ 5491330 h 7433198"/>
              <a:gd name="connsiteX49" fmla="*/ 8686797 w 12191999"/>
              <a:gd name="connsiteY49" fmla="*/ 6862914 h 7433198"/>
              <a:gd name="connsiteX50" fmla="*/ 0 w 12191999"/>
              <a:gd name="connsiteY50" fmla="*/ 6862914 h 7433198"/>
              <a:gd name="connsiteX51" fmla="*/ 10186219 w 12191999"/>
              <a:gd name="connsiteY51" fmla="*/ 0 h 7433198"/>
              <a:gd name="connsiteX52" fmla="*/ 10835147 w 12191999"/>
              <a:gd name="connsiteY52" fmla="*/ 0 h 7433198"/>
              <a:gd name="connsiteX53" fmla="*/ 10835147 w 12191999"/>
              <a:gd name="connsiteY53" fmla="*/ 4915 h 7433198"/>
              <a:gd name="connsiteX54" fmla="*/ 10186219 w 12191999"/>
              <a:gd name="connsiteY54" fmla="*/ 4915 h 7433198"/>
              <a:gd name="connsiteX55" fmla="*/ 9276735 w 12191999"/>
              <a:gd name="connsiteY55" fmla="*/ 0 h 7433198"/>
              <a:gd name="connsiteX56" fmla="*/ 9925663 w 12191999"/>
              <a:gd name="connsiteY56" fmla="*/ 0 h 7433198"/>
              <a:gd name="connsiteX57" fmla="*/ 9925663 w 12191999"/>
              <a:gd name="connsiteY57" fmla="*/ 4915 h 7433198"/>
              <a:gd name="connsiteX58" fmla="*/ 9276735 w 12191999"/>
              <a:gd name="connsiteY58" fmla="*/ 4915 h 7433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1999" h="7433198">
                <a:moveTo>
                  <a:pt x="10574593" y="6862914"/>
                </a:moveTo>
                <a:lnTo>
                  <a:pt x="11223523" y="6862914"/>
                </a:lnTo>
                <a:lnTo>
                  <a:pt x="11223523" y="7349622"/>
                </a:lnTo>
                <a:lnTo>
                  <a:pt x="10574593" y="7349622"/>
                </a:lnTo>
                <a:close/>
                <a:moveTo>
                  <a:pt x="9704437" y="6862914"/>
                </a:moveTo>
                <a:lnTo>
                  <a:pt x="10353366" y="6862914"/>
                </a:lnTo>
                <a:lnTo>
                  <a:pt x="10353365" y="7433198"/>
                </a:lnTo>
                <a:lnTo>
                  <a:pt x="9704437" y="7433198"/>
                </a:lnTo>
                <a:close/>
                <a:moveTo>
                  <a:pt x="8686797" y="6862914"/>
                </a:moveTo>
                <a:lnTo>
                  <a:pt x="9335727" y="6862914"/>
                </a:lnTo>
                <a:lnTo>
                  <a:pt x="9335727" y="7369291"/>
                </a:lnTo>
                <a:lnTo>
                  <a:pt x="8686797" y="7369291"/>
                </a:lnTo>
                <a:close/>
                <a:moveTo>
                  <a:pt x="8219765" y="4918"/>
                </a:moveTo>
                <a:lnTo>
                  <a:pt x="8219764" y="1882879"/>
                </a:lnTo>
                <a:cubicBezTo>
                  <a:pt x="8219764" y="2920048"/>
                  <a:pt x="8365032" y="3760840"/>
                  <a:pt x="8544229" y="3760840"/>
                </a:cubicBezTo>
                <a:cubicBezTo>
                  <a:pt x="8723425" y="3760840"/>
                  <a:pt x="8868693" y="2920048"/>
                  <a:pt x="8868693" y="1882879"/>
                </a:cubicBezTo>
                <a:lnTo>
                  <a:pt x="8868693" y="4918"/>
                </a:lnTo>
                <a:close/>
                <a:moveTo>
                  <a:pt x="11208773" y="4915"/>
                </a:moveTo>
                <a:lnTo>
                  <a:pt x="11208773" y="1882876"/>
                </a:lnTo>
                <a:cubicBezTo>
                  <a:pt x="11208773" y="2920045"/>
                  <a:pt x="11354041" y="3760837"/>
                  <a:pt x="11533237" y="3760837"/>
                </a:cubicBezTo>
                <a:cubicBezTo>
                  <a:pt x="11712435" y="3760837"/>
                  <a:pt x="11857703" y="2920045"/>
                  <a:pt x="11857703" y="1882876"/>
                </a:cubicBezTo>
                <a:lnTo>
                  <a:pt x="11857703" y="4915"/>
                </a:lnTo>
                <a:close/>
                <a:moveTo>
                  <a:pt x="0" y="4915"/>
                </a:moveTo>
                <a:lnTo>
                  <a:pt x="9276735" y="4915"/>
                </a:lnTo>
                <a:lnTo>
                  <a:pt x="9276733" y="1877961"/>
                </a:lnTo>
                <a:cubicBezTo>
                  <a:pt x="9276733" y="2915130"/>
                  <a:pt x="9422001" y="3755922"/>
                  <a:pt x="9601199" y="3755922"/>
                </a:cubicBezTo>
                <a:cubicBezTo>
                  <a:pt x="9780395" y="3755922"/>
                  <a:pt x="9925663" y="2915130"/>
                  <a:pt x="9925663" y="1877961"/>
                </a:cubicBezTo>
                <a:lnTo>
                  <a:pt x="9925663" y="4915"/>
                </a:lnTo>
                <a:lnTo>
                  <a:pt x="10186219" y="4915"/>
                </a:lnTo>
                <a:lnTo>
                  <a:pt x="10186217" y="1877961"/>
                </a:lnTo>
                <a:cubicBezTo>
                  <a:pt x="10186217" y="2915130"/>
                  <a:pt x="10331485" y="3755922"/>
                  <a:pt x="10510683" y="3755922"/>
                </a:cubicBezTo>
                <a:cubicBezTo>
                  <a:pt x="10689879" y="3755922"/>
                  <a:pt x="10835147" y="2915130"/>
                  <a:pt x="10835147" y="1877961"/>
                </a:cubicBezTo>
                <a:lnTo>
                  <a:pt x="10835147" y="4915"/>
                </a:lnTo>
                <a:lnTo>
                  <a:pt x="12191999" y="4915"/>
                </a:lnTo>
                <a:lnTo>
                  <a:pt x="12191999" y="6862914"/>
                </a:lnTo>
                <a:lnTo>
                  <a:pt x="11223523" y="6862914"/>
                </a:lnTo>
                <a:lnTo>
                  <a:pt x="11223523" y="5471661"/>
                </a:lnTo>
                <a:cubicBezTo>
                  <a:pt x="11223523" y="4434492"/>
                  <a:pt x="11078255" y="3593700"/>
                  <a:pt x="10899059" y="3593700"/>
                </a:cubicBezTo>
                <a:cubicBezTo>
                  <a:pt x="10719861" y="3593700"/>
                  <a:pt x="10574593" y="4434492"/>
                  <a:pt x="10574593" y="5471661"/>
                </a:cubicBezTo>
                <a:lnTo>
                  <a:pt x="10574593" y="6862914"/>
                </a:lnTo>
                <a:lnTo>
                  <a:pt x="10353366" y="6862914"/>
                </a:lnTo>
                <a:lnTo>
                  <a:pt x="10353367" y="5555237"/>
                </a:lnTo>
                <a:cubicBezTo>
                  <a:pt x="10353367" y="4518068"/>
                  <a:pt x="10208099" y="3677276"/>
                  <a:pt x="10028901" y="3677276"/>
                </a:cubicBezTo>
                <a:cubicBezTo>
                  <a:pt x="9849705" y="3677276"/>
                  <a:pt x="9704437" y="4518068"/>
                  <a:pt x="9704437" y="5555237"/>
                </a:cubicBezTo>
                <a:lnTo>
                  <a:pt x="9704437" y="6862914"/>
                </a:lnTo>
                <a:lnTo>
                  <a:pt x="9335727" y="6862914"/>
                </a:lnTo>
                <a:lnTo>
                  <a:pt x="9335727" y="5491330"/>
                </a:lnTo>
                <a:cubicBezTo>
                  <a:pt x="9335727" y="4454161"/>
                  <a:pt x="9190459" y="3613369"/>
                  <a:pt x="9011263" y="3613369"/>
                </a:cubicBezTo>
                <a:cubicBezTo>
                  <a:pt x="8832065" y="3613369"/>
                  <a:pt x="8686797" y="4454161"/>
                  <a:pt x="8686797" y="5491330"/>
                </a:cubicBezTo>
                <a:lnTo>
                  <a:pt x="8686797" y="6862914"/>
                </a:lnTo>
                <a:lnTo>
                  <a:pt x="0" y="6862914"/>
                </a:lnTo>
                <a:close/>
                <a:moveTo>
                  <a:pt x="10186219" y="0"/>
                </a:moveTo>
                <a:lnTo>
                  <a:pt x="10835147" y="0"/>
                </a:lnTo>
                <a:lnTo>
                  <a:pt x="10835147" y="4915"/>
                </a:lnTo>
                <a:lnTo>
                  <a:pt x="10186219" y="4915"/>
                </a:lnTo>
                <a:close/>
                <a:moveTo>
                  <a:pt x="9276735" y="0"/>
                </a:moveTo>
                <a:lnTo>
                  <a:pt x="9925663" y="0"/>
                </a:lnTo>
                <a:lnTo>
                  <a:pt x="9925663" y="4915"/>
                </a:lnTo>
                <a:lnTo>
                  <a:pt x="9276735" y="4915"/>
                </a:lnTo>
                <a:close/>
              </a:path>
            </a:pathLst>
          </a:custGeom>
          <a:solidFill>
            <a:srgbClr val="FFF2CC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70FF12-4371-F67A-8AF3-4F5C83AAE133}"/>
              </a:ext>
            </a:extLst>
          </p:cNvPr>
          <p:cNvSpPr/>
          <p:nvPr/>
        </p:nvSpPr>
        <p:spPr>
          <a:xfrm>
            <a:off x="314632" y="324464"/>
            <a:ext cx="7561006" cy="5289755"/>
          </a:xfrm>
          <a:prstGeom prst="roundRect">
            <a:avLst>
              <a:gd name="adj" fmla="val 19083"/>
            </a:avLst>
          </a:prstGeom>
          <a:solidFill>
            <a:srgbClr val="8C63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5DC847E-95ED-043B-4E68-D981E6C6AB34}"/>
              </a:ext>
            </a:extLst>
          </p:cNvPr>
          <p:cNvSpPr/>
          <p:nvPr/>
        </p:nvSpPr>
        <p:spPr>
          <a:xfrm>
            <a:off x="471948" y="6027174"/>
            <a:ext cx="7374194" cy="707923"/>
          </a:xfrm>
          <a:prstGeom prst="roundRect">
            <a:avLst>
              <a:gd name="adj" fmla="val 50000"/>
            </a:avLst>
          </a:prstGeom>
          <a:solidFill>
            <a:srgbClr val="8C63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08B784-E25C-9F50-4CF8-D77DDD252B17}"/>
              </a:ext>
            </a:extLst>
          </p:cNvPr>
          <p:cNvSpPr/>
          <p:nvPr/>
        </p:nvSpPr>
        <p:spPr>
          <a:xfrm>
            <a:off x="6091100" y="6016850"/>
            <a:ext cx="1764888" cy="707923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 descr="Briefcase with solid fill">
            <a:extLst>
              <a:ext uri="{FF2B5EF4-FFF2-40B4-BE49-F238E27FC236}">
                <a16:creationId xmlns:a16="http://schemas.microsoft.com/office/drawing/2014/main" id="{BEC71C6A-EF1D-F335-BD13-AB3C411E51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2887" y="5929491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EF8780-73DB-AE1F-9587-3252CBF8B23B}"/>
              </a:ext>
            </a:extLst>
          </p:cNvPr>
          <p:cNvSpPr txBox="1"/>
          <p:nvPr/>
        </p:nvSpPr>
        <p:spPr>
          <a:xfrm>
            <a:off x="314632" y="807147"/>
            <a:ext cx="7561006" cy="4797921"/>
          </a:xfrm>
          <a:prstGeom prst="roundRect">
            <a:avLst>
              <a:gd name="adj" fmla="val 21058"/>
            </a:avLst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8C632D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Managing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money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: Schools don’t teach us how to budget or save. Understanding money is key to living independently.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Time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management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: Learning how to manage your time helps you to be organized, finish tasks on time, and avoid last-minute stress.</a:t>
            </a:r>
          </a:p>
          <a:p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Job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preparation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: Knowing how to write a good resume, prepare for interviews, and behave in a professional setting are crucial for success.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01EEE-0DFE-C057-FE05-A3879FD88692}"/>
              </a:ext>
            </a:extLst>
          </p:cNvPr>
          <p:cNvSpPr txBox="1"/>
          <p:nvPr/>
        </p:nvSpPr>
        <p:spPr>
          <a:xfrm>
            <a:off x="891100" y="226744"/>
            <a:ext cx="5196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0DCB3"/>
                </a:solidFill>
                <a:latin typeface="Arial Black" panose="020B0A04020102020204" pitchFamily="34" charset="0"/>
              </a:rPr>
              <a:t>Real-World</a:t>
            </a:r>
            <a:r>
              <a:rPr lang="en-US" sz="3600" dirty="0">
                <a:solidFill>
                  <a:srgbClr val="E0DCB3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rgbClr val="E0DCB3"/>
                </a:solidFill>
                <a:latin typeface="Arial Black" panose="020B0A04020102020204" pitchFamily="34" charset="0"/>
              </a:rPr>
              <a:t>Skills</a:t>
            </a:r>
            <a:endParaRPr lang="en-US" sz="3600" dirty="0">
              <a:solidFill>
                <a:srgbClr val="E0DCB3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213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Calendar">
            <a:extLst>
              <a:ext uri="{FF2B5EF4-FFF2-40B4-BE49-F238E27FC236}">
                <a16:creationId xmlns:a16="http://schemas.microsoft.com/office/drawing/2014/main" id="{E054B125-45C5-79D7-00D9-1CBE29B14D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19" y="-2158292"/>
            <a:ext cx="12292360" cy="9016292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46AC7738-E8C1-398D-8A05-B598EFB604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41139769"/>
                  </p:ext>
                </p:extLst>
              </p:nvPr>
            </p:nvGraphicFramePr>
            <p:xfrm>
              <a:off x="-164102" y="-216996"/>
              <a:ext cx="6400800" cy="3600450"/>
            </p:xfrm>
            <a:graphic>
              <a:graphicData uri="http://schemas.microsoft.com/office/powerpoint/2016/slidezoom">
                <pslz:sldZm>
                  <pslz:sldZmObj sldId="286" cId="3246904481">
                    <pslz:zmPr id="{D393E866-70D2-4FD2-AE01-B62E09957DC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400800" cy="3600450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152400" dist="12000" dir="900000" sy="98000" kx="110000" ky="200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perspectiveRelaxed" fov="0">
                            <a:rot lat="19800000" lon="600000" rev="21593999"/>
                          </a:camera>
                          <a:lightRig rig="threePt" dir="t">
                            <a:rot lat="0" lon="0" rev="17400000"/>
                          </a:lightRig>
                        </a:scene3d>
                        <a:sp3d z="82550" extrusionH="12700" contourW="6350" prstMaterial="matte">
                          <a:bevelT w="101600" h="10160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6AC7738-E8C1-398D-8A05-B598EFB604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64102" y="-216996"/>
                <a:ext cx="6400800" cy="360045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  <a:scene3d>
                <a:camera prst="perspectiveRelaxed" fov="0">
                  <a:rot lat="19800000" lon="600000" rev="21593999"/>
                </a:camera>
                <a:lightRig rig="threePt" dir="t">
                  <a:rot lat="0" lon="0" rev="17400000"/>
                </a:lightRig>
              </a:scene3d>
              <a:sp3d z="82550" extrusionH="12700" contourW="6350" prstMaterial="matte">
                <a:bevelT w="101600" h="10160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169FB55C-613D-5EE6-3A25-B85CDD101F7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03649065"/>
                  </p:ext>
                </p:extLst>
              </p:nvPr>
            </p:nvGraphicFramePr>
            <p:xfrm>
              <a:off x="6289244" y="-216994"/>
              <a:ext cx="6400800" cy="3600450"/>
            </p:xfrm>
            <a:graphic>
              <a:graphicData uri="http://schemas.microsoft.com/office/powerpoint/2016/slidezoom">
                <pslz:sldZm>
                  <pslz:sldZmObj sldId="287" cId="1586440864">
                    <pslz:zmPr id="{A6D96DAB-495E-4FDD-A651-ECBA5BD2BBD3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400800" cy="3600450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152400" dist="12000" dir="900000" sy="98000" kx="110000" ky="200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perspectiveRelaxed" fov="0">
                            <a:rot lat="19800000" lon="600000" rev="21593999"/>
                          </a:camera>
                          <a:lightRig rig="threePt" dir="t">
                            <a:rot lat="0" lon="0" rev="17400000"/>
                          </a:lightRig>
                        </a:scene3d>
                        <a:sp3d z="82550" extrusionH="12700" contourW="6350" prstMaterial="matte">
                          <a:bevelT w="101600" h="10160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69FB55C-613D-5EE6-3A25-B85CDD101F7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89244" y="-216994"/>
                <a:ext cx="6400800" cy="360045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  <a:scene3d>
                <a:camera prst="perspectiveRelaxed" fov="0">
                  <a:rot lat="19800000" lon="600000" rev="21593999"/>
                </a:camera>
                <a:lightRig rig="threePt" dir="t">
                  <a:rot lat="0" lon="0" rev="17400000"/>
                </a:lightRig>
              </a:scene3d>
              <a:sp3d z="82550" extrusionH="12700" contourW="6350" prstMaterial="matte">
                <a:bevelT w="101600" h="10160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625C9BD9-A94C-113E-BE04-7C5AFAD71E8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25906966"/>
                  </p:ext>
                </p:extLst>
              </p:nvPr>
            </p:nvGraphicFramePr>
            <p:xfrm>
              <a:off x="6289242" y="3398109"/>
              <a:ext cx="6400800" cy="3600450"/>
            </p:xfrm>
            <a:graphic>
              <a:graphicData uri="http://schemas.microsoft.com/office/powerpoint/2016/slidezoom">
                <pslz:sldZm>
                  <pslz:sldZmObj sldId="285" cId="1437213608">
                    <pslz:zmPr id="{9E4A312F-F488-4B01-976D-B98573268399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400800" cy="3600450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152400" dist="12000" dir="900000" sy="98000" kx="110000" ky="200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perspectiveRelaxed" fov="0">
                            <a:rot lat="19800000" lon="600000" rev="21593999"/>
                          </a:camera>
                          <a:lightRig rig="threePt" dir="t">
                            <a:rot lat="0" lon="0" rev="17400000"/>
                          </a:lightRig>
                        </a:scene3d>
                        <a:sp3d z="82550" extrusionH="12700" contourW="6350" prstMaterial="matte">
                          <a:bevelT w="101600" h="10160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625C9BD9-A94C-113E-BE04-7C5AFAD71E8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89242" y="3398109"/>
                <a:ext cx="6400800" cy="360045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  <a:scene3d>
                <a:camera prst="perspectiveRelaxed" fov="0">
                  <a:rot lat="19800000" lon="600000" rev="21593999"/>
                </a:camera>
                <a:lightRig rig="threePt" dir="t">
                  <a:rot lat="0" lon="0" rev="17400000"/>
                </a:lightRig>
              </a:scene3d>
              <a:sp3d z="82550" extrusionH="12700" contourW="6350" prstMaterial="matte">
                <a:bevelT w="101600" h="101600"/>
                <a:contourClr>
                  <a:srgbClr val="969696"/>
                </a:contourClr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244AC43C-0FA4-1A14-BB8C-5351BF0004E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38632174"/>
                  </p:ext>
                </p:extLst>
              </p:nvPr>
            </p:nvGraphicFramePr>
            <p:xfrm>
              <a:off x="-164104" y="3416054"/>
              <a:ext cx="6400800" cy="3600450"/>
            </p:xfrm>
            <a:graphic>
              <a:graphicData uri="http://schemas.microsoft.com/office/powerpoint/2016/slidezoom">
                <pslz:sldZm>
                  <pslz:sldZmObj sldId="288" cId="4020063424">
                    <pslz:zmPr id="{D80247DB-EBC3-412F-A75B-C793E351FB81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400800" cy="3600450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152400" dist="12000" dir="900000" sy="98000" kx="110000" ky="200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scene3d>
                          <a:camera prst="perspectiveRelaxed" fov="0">
                            <a:rot lat="19800000" lon="600000" rev="21593999"/>
                          </a:camera>
                          <a:lightRig rig="threePt" dir="t">
                            <a:rot lat="0" lon="0" rev="17400000"/>
                          </a:lightRig>
                        </a:scene3d>
                        <a:sp3d z="82550" extrusionH="12700" contourW="6350" prstMaterial="matte">
                          <a:bevelT w="101600" h="101600"/>
                          <a:contourClr>
                            <a:srgbClr val="969696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244AC43C-0FA4-1A14-BB8C-5351BF0004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64104" y="3416054"/>
                <a:ext cx="6400800" cy="360045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  <a:scene3d>
                <a:camera prst="perspectiveRelaxed" fov="0">
                  <a:rot lat="19800000" lon="600000" rev="21593999"/>
                </a:camera>
                <a:lightRig rig="threePt" dir="t">
                  <a:rot lat="0" lon="0" rev="17400000"/>
                </a:lightRig>
              </a:scene3d>
              <a:sp3d z="82550" extrusionH="12700" contourW="6350" prstMaterial="matte">
                <a:bevelT w="101600" h="101600"/>
                <a:contourClr>
                  <a:srgbClr val="969696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7415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wo cups of coffee on wooden table">
            <a:extLst>
              <a:ext uri="{FF2B5EF4-FFF2-40B4-BE49-F238E27FC236}">
                <a16:creationId xmlns:a16="http://schemas.microsoft.com/office/drawing/2014/main" id="{D9E4551F-7508-6469-F392-C07735AC31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4" y="0"/>
            <a:ext cx="12095181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DB3A650-EF6F-9DFD-57EE-F14FD94EE00A}"/>
              </a:ext>
            </a:extLst>
          </p:cNvPr>
          <p:cNvSpPr txBox="1">
            <a:spLocks/>
          </p:cNvSpPr>
          <p:nvPr/>
        </p:nvSpPr>
        <p:spPr>
          <a:xfrm>
            <a:off x="701040" y="443106"/>
            <a:ext cx="10726502" cy="1278118"/>
          </a:xfrm>
          <a:prstGeom prst="roundRect">
            <a:avLst/>
          </a:prstGeom>
          <a:gradFill>
            <a:gsLst>
              <a:gs pos="0">
                <a:srgbClr val="8C632D">
                  <a:alpha val="40000"/>
                </a:srgbClr>
              </a:gs>
              <a:gs pos="100000">
                <a:srgbClr val="8C632D">
                  <a:alpha val="40000"/>
                </a:srgbClr>
              </a:gs>
            </a:gsLst>
            <a:lin ang="0" scaled="1"/>
          </a:gradFill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panose="020B0603020202020204" pitchFamily="34" charset="0"/>
              </a:rPr>
              <a:t>Conclusion</a:t>
            </a:r>
            <a:endParaRPr lang="en-US" sz="6000" b="1" dirty="0">
              <a:solidFill>
                <a:srgbClr val="8C632D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8C30F-1847-AFDB-C500-C78110BAB32E}"/>
              </a:ext>
            </a:extLst>
          </p:cNvPr>
          <p:cNvSpPr txBox="1"/>
          <p:nvPr/>
        </p:nvSpPr>
        <p:spPr>
          <a:xfrm>
            <a:off x="733313" y="2052624"/>
            <a:ext cx="10562215" cy="3779758"/>
          </a:xfrm>
          <a:prstGeom prst="roundRect">
            <a:avLst/>
          </a:prstGeom>
          <a:gradFill>
            <a:gsLst>
              <a:gs pos="0">
                <a:srgbClr val="8C632D">
                  <a:alpha val="40000"/>
                </a:srgbClr>
              </a:gs>
              <a:gs pos="100000">
                <a:srgbClr val="8C632D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pPr marL="857250" indent="-857250">
              <a:buFont typeface="+mj-lt"/>
              <a:buAutoNum type="romanUcPeriod"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School gives us knowledge, but </a:t>
            </a: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life needs real-world skills.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 We must learn things like </a:t>
            </a: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confidence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emotions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, and </a:t>
            </a: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how to handle stress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857250" indent="-857250">
              <a:buFont typeface="+mj-lt"/>
              <a:buAutoNum type="romanUcPeriod"/>
            </a:pP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US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Keep growing, keep learning — life is the biggest teacher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63194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6CB2F9-5B95-0AE4-3D7D-A88580A4A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14795"/>
            <a:ext cx="12191997" cy="78763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2F9131-2046-C6A1-5194-74107E8A32F5}"/>
              </a:ext>
            </a:extLst>
          </p:cNvPr>
          <p:cNvSpPr txBox="1"/>
          <p:nvPr/>
        </p:nvSpPr>
        <p:spPr>
          <a:xfrm>
            <a:off x="553632" y="1574242"/>
            <a:ext cx="91538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n w="0"/>
                <a:solidFill>
                  <a:srgbClr val="8B632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What do you think we should do to learn</a:t>
            </a:r>
          </a:p>
          <a:p>
            <a:r>
              <a:rPr lang="en-US" sz="6000" dirty="0">
                <a:ln w="0"/>
                <a:solidFill>
                  <a:srgbClr val="8B632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skills school doesn’t teach?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AB1F4A-3B8D-B87A-7CE8-E1AFCB4ECA35}"/>
              </a:ext>
            </a:extLst>
          </p:cNvPr>
          <p:cNvSpPr/>
          <p:nvPr/>
        </p:nvSpPr>
        <p:spPr>
          <a:xfrm>
            <a:off x="377543" y="352855"/>
            <a:ext cx="733085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SemiBold" panose="020B0502040204020203" pitchFamily="34" charset="0"/>
              </a:rPr>
              <a:t>A Question For You….</a:t>
            </a:r>
          </a:p>
        </p:txBody>
      </p:sp>
    </p:spTree>
    <p:extLst>
      <p:ext uri="{BB962C8B-B14F-4D97-AF65-F5344CB8AC3E}">
        <p14:creationId xmlns:p14="http://schemas.microsoft.com/office/powerpoint/2010/main" val="1348915156"/>
      </p:ext>
    </p:extLst>
  </p:cSld>
  <p:clrMapOvr>
    <a:masterClrMapping/>
  </p:clrMapOvr>
  <p:transition spd="slow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AB398A-958E-C057-411F-CED2736FE0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797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890F65-D966-C307-0D1B-C6BFD550D3EF}"/>
              </a:ext>
            </a:extLst>
          </p:cNvPr>
          <p:cNvSpPr txBox="1"/>
          <p:nvPr/>
        </p:nvSpPr>
        <p:spPr>
          <a:xfrm>
            <a:off x="1215243" y="340173"/>
            <a:ext cx="9144241" cy="112371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75000"/>
                  <a:alpha val="40000"/>
                </a:schemeClr>
              </a:gs>
              <a:gs pos="100000">
                <a:schemeClr val="accent4">
                  <a:lumMod val="75000"/>
                  <a:alpha val="40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8C632D"/>
                </a:solidFill>
                <a:latin typeface="Arial Black" panose="020B0A04020102020204" pitchFamily="34" charset="0"/>
              </a:rPr>
              <a:t>Our</a:t>
            </a:r>
            <a:r>
              <a:rPr lang="en-US" sz="5400" dirty="0">
                <a:solidFill>
                  <a:srgbClr val="8C632D"/>
                </a:solidFill>
                <a:latin typeface="Arial Black" panose="020B0A04020102020204" pitchFamily="34" charset="0"/>
              </a:rPr>
              <a:t> Ideas….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CB1F33-7E1C-8B59-8028-4A8C82E811C1}"/>
              </a:ext>
            </a:extLst>
          </p:cNvPr>
          <p:cNvSpPr txBox="1"/>
          <p:nvPr/>
        </p:nvSpPr>
        <p:spPr>
          <a:xfrm>
            <a:off x="129137" y="1549657"/>
            <a:ext cx="11278559" cy="5005626"/>
          </a:xfrm>
          <a:prstGeom prst="roundRect">
            <a:avLst/>
          </a:prstGeom>
          <a:gradFill>
            <a:gsLst>
              <a:gs pos="0">
                <a:schemeClr val="accent4">
                  <a:lumMod val="75000"/>
                  <a:alpha val="40000"/>
                </a:schemeClr>
              </a:gs>
              <a:gs pos="100000">
                <a:schemeClr val="accent4">
                  <a:lumMod val="75000"/>
                  <a:alpha val="40000"/>
                </a:scheme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Start a weekly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life skills club 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where students practice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talking, budgeting,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 or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teamwork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Use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class projects 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or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drama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 to build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confidence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 and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communication skills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Invite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local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professionals 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like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artists, shop owners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, or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engineers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 to share their stories.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Encourage students to </a:t>
            </a:r>
            <a:r>
              <a:rPr lang="en-US" sz="3600" b="1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try new hobbies</a:t>
            </a:r>
            <a:r>
              <a:rPr lang="en-US" sz="3600" dirty="0">
                <a:ln w="0"/>
                <a:solidFill>
                  <a:srgbClr val="99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 in after-school programs.</a:t>
            </a:r>
          </a:p>
        </p:txBody>
      </p:sp>
    </p:spTree>
    <p:extLst>
      <p:ext uri="{BB962C8B-B14F-4D97-AF65-F5344CB8AC3E}">
        <p14:creationId xmlns:p14="http://schemas.microsoft.com/office/powerpoint/2010/main" val="360427938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03DD2C7D-59C8-5FB4-6169-F3F1BC3484FC}"/>
              </a:ext>
            </a:extLst>
          </p:cNvPr>
          <p:cNvSpPr/>
          <p:nvPr/>
        </p:nvSpPr>
        <p:spPr>
          <a:xfrm>
            <a:off x="-2371331" y="-4927617"/>
            <a:ext cx="17282147" cy="15045416"/>
          </a:xfrm>
          <a:custGeom>
            <a:avLst/>
            <a:gdLst>
              <a:gd name="connsiteX0" fmla="*/ 3201778 w 17282147"/>
              <a:gd name="connsiteY0" fmla="*/ 13845087 h 15045416"/>
              <a:gd name="connsiteX1" fmla="*/ 4125614 w 17282147"/>
              <a:gd name="connsiteY1" fmla="*/ 13845087 h 15045416"/>
              <a:gd name="connsiteX2" fmla="*/ 4425696 w 17282147"/>
              <a:gd name="connsiteY2" fmla="*/ 14445252 h 15045416"/>
              <a:gd name="connsiteX3" fmla="*/ 4125614 w 17282147"/>
              <a:gd name="connsiteY3" fmla="*/ 15045416 h 15045416"/>
              <a:gd name="connsiteX4" fmla="*/ 3201778 w 17282147"/>
              <a:gd name="connsiteY4" fmla="*/ 15045416 h 15045416"/>
              <a:gd name="connsiteX5" fmla="*/ 2901697 w 17282147"/>
              <a:gd name="connsiteY5" fmla="*/ 14445252 h 15045416"/>
              <a:gd name="connsiteX6" fmla="*/ 5780389 w 17282147"/>
              <a:gd name="connsiteY6" fmla="*/ 13826799 h 15045416"/>
              <a:gd name="connsiteX7" fmla="*/ 6704225 w 17282147"/>
              <a:gd name="connsiteY7" fmla="*/ 13826799 h 15045416"/>
              <a:gd name="connsiteX8" fmla="*/ 7004307 w 17282147"/>
              <a:gd name="connsiteY8" fmla="*/ 14426964 h 15045416"/>
              <a:gd name="connsiteX9" fmla="*/ 6704225 w 17282147"/>
              <a:gd name="connsiteY9" fmla="*/ 15027128 h 15045416"/>
              <a:gd name="connsiteX10" fmla="*/ 5780389 w 17282147"/>
              <a:gd name="connsiteY10" fmla="*/ 15027128 h 15045416"/>
              <a:gd name="connsiteX11" fmla="*/ 5480307 w 17282147"/>
              <a:gd name="connsiteY11" fmla="*/ 14426964 h 15045416"/>
              <a:gd name="connsiteX12" fmla="*/ 8371188 w 17282147"/>
              <a:gd name="connsiteY12" fmla="*/ 13808511 h 15045416"/>
              <a:gd name="connsiteX13" fmla="*/ 9295011 w 17282147"/>
              <a:gd name="connsiteY13" fmla="*/ 13808511 h 15045416"/>
              <a:gd name="connsiteX14" fmla="*/ 9595092 w 17282147"/>
              <a:gd name="connsiteY14" fmla="*/ 14408676 h 15045416"/>
              <a:gd name="connsiteX15" fmla="*/ 9295011 w 17282147"/>
              <a:gd name="connsiteY15" fmla="*/ 15008840 h 15045416"/>
              <a:gd name="connsiteX16" fmla="*/ 8371188 w 17282147"/>
              <a:gd name="connsiteY16" fmla="*/ 15008840 h 15045416"/>
              <a:gd name="connsiteX17" fmla="*/ 8071107 w 17282147"/>
              <a:gd name="connsiteY17" fmla="*/ 14408676 h 15045416"/>
              <a:gd name="connsiteX18" fmla="*/ 13504005 w 17282147"/>
              <a:gd name="connsiteY18" fmla="*/ 13759743 h 15045416"/>
              <a:gd name="connsiteX19" fmla="*/ 14427841 w 17282147"/>
              <a:gd name="connsiteY19" fmla="*/ 13759743 h 15045416"/>
              <a:gd name="connsiteX20" fmla="*/ 14727923 w 17282147"/>
              <a:gd name="connsiteY20" fmla="*/ 14359908 h 15045416"/>
              <a:gd name="connsiteX21" fmla="*/ 14427841 w 17282147"/>
              <a:gd name="connsiteY21" fmla="*/ 14960072 h 15045416"/>
              <a:gd name="connsiteX22" fmla="*/ 13504005 w 17282147"/>
              <a:gd name="connsiteY22" fmla="*/ 14960072 h 15045416"/>
              <a:gd name="connsiteX23" fmla="*/ 13203923 w 17282147"/>
              <a:gd name="connsiteY23" fmla="*/ 14359908 h 15045416"/>
              <a:gd name="connsiteX24" fmla="*/ 10925397 w 17282147"/>
              <a:gd name="connsiteY24" fmla="*/ 13753647 h 15045416"/>
              <a:gd name="connsiteX25" fmla="*/ 11849233 w 17282147"/>
              <a:gd name="connsiteY25" fmla="*/ 13753647 h 15045416"/>
              <a:gd name="connsiteX26" fmla="*/ 12149315 w 17282147"/>
              <a:gd name="connsiteY26" fmla="*/ 14353812 h 15045416"/>
              <a:gd name="connsiteX27" fmla="*/ 11849233 w 17282147"/>
              <a:gd name="connsiteY27" fmla="*/ 14953976 h 15045416"/>
              <a:gd name="connsiteX28" fmla="*/ 10925397 w 17282147"/>
              <a:gd name="connsiteY28" fmla="*/ 14953976 h 15045416"/>
              <a:gd name="connsiteX29" fmla="*/ 10625317 w 17282147"/>
              <a:gd name="connsiteY29" fmla="*/ 14353812 h 15045416"/>
              <a:gd name="connsiteX30" fmla="*/ 16058229 w 17282147"/>
              <a:gd name="connsiteY30" fmla="*/ 13741455 h 15045416"/>
              <a:gd name="connsiteX31" fmla="*/ 16982065 w 17282147"/>
              <a:gd name="connsiteY31" fmla="*/ 13741455 h 15045416"/>
              <a:gd name="connsiteX32" fmla="*/ 17282147 w 17282147"/>
              <a:gd name="connsiteY32" fmla="*/ 14341620 h 15045416"/>
              <a:gd name="connsiteX33" fmla="*/ 16982065 w 17282147"/>
              <a:gd name="connsiteY33" fmla="*/ 14941784 h 15045416"/>
              <a:gd name="connsiteX34" fmla="*/ 16058229 w 17282147"/>
              <a:gd name="connsiteY34" fmla="*/ 14941784 h 15045416"/>
              <a:gd name="connsiteX35" fmla="*/ 15758147 w 17282147"/>
              <a:gd name="connsiteY35" fmla="*/ 14341620 h 15045416"/>
              <a:gd name="connsiteX36" fmla="*/ 1921619 w 17282147"/>
              <a:gd name="connsiteY36" fmla="*/ 13229896 h 15045416"/>
              <a:gd name="connsiteX37" fmla="*/ 2845454 w 17282147"/>
              <a:gd name="connsiteY37" fmla="*/ 13229896 h 15045416"/>
              <a:gd name="connsiteX38" fmla="*/ 3145536 w 17282147"/>
              <a:gd name="connsiteY38" fmla="*/ 13830061 h 15045416"/>
              <a:gd name="connsiteX39" fmla="*/ 2845454 w 17282147"/>
              <a:gd name="connsiteY39" fmla="*/ 14430225 h 15045416"/>
              <a:gd name="connsiteX40" fmla="*/ 1921619 w 17282147"/>
              <a:gd name="connsiteY40" fmla="*/ 14430225 h 15045416"/>
              <a:gd name="connsiteX41" fmla="*/ 1621537 w 17282147"/>
              <a:gd name="connsiteY41" fmla="*/ 13830061 h 15045416"/>
              <a:gd name="connsiteX42" fmla="*/ 4500228 w 17282147"/>
              <a:gd name="connsiteY42" fmla="*/ 13211608 h 15045416"/>
              <a:gd name="connsiteX43" fmla="*/ 5424064 w 17282147"/>
              <a:gd name="connsiteY43" fmla="*/ 13211608 h 15045416"/>
              <a:gd name="connsiteX44" fmla="*/ 5724147 w 17282147"/>
              <a:gd name="connsiteY44" fmla="*/ 13811773 h 15045416"/>
              <a:gd name="connsiteX45" fmla="*/ 5424064 w 17282147"/>
              <a:gd name="connsiteY45" fmla="*/ 14411937 h 15045416"/>
              <a:gd name="connsiteX46" fmla="*/ 4500228 w 17282147"/>
              <a:gd name="connsiteY46" fmla="*/ 14411937 h 15045416"/>
              <a:gd name="connsiteX47" fmla="*/ 4200145 w 17282147"/>
              <a:gd name="connsiteY47" fmla="*/ 13811773 h 15045416"/>
              <a:gd name="connsiteX48" fmla="*/ 7091030 w 17282147"/>
              <a:gd name="connsiteY48" fmla="*/ 13193320 h 15045416"/>
              <a:gd name="connsiteX49" fmla="*/ 8014867 w 17282147"/>
              <a:gd name="connsiteY49" fmla="*/ 13193320 h 15045416"/>
              <a:gd name="connsiteX50" fmla="*/ 8314945 w 17282147"/>
              <a:gd name="connsiteY50" fmla="*/ 13793485 h 15045416"/>
              <a:gd name="connsiteX51" fmla="*/ 8014867 w 17282147"/>
              <a:gd name="connsiteY51" fmla="*/ 14393649 h 15045416"/>
              <a:gd name="connsiteX52" fmla="*/ 7091030 w 17282147"/>
              <a:gd name="connsiteY52" fmla="*/ 14393649 h 15045416"/>
              <a:gd name="connsiteX53" fmla="*/ 6790948 w 17282147"/>
              <a:gd name="connsiteY53" fmla="*/ 13793485 h 15045416"/>
              <a:gd name="connsiteX54" fmla="*/ 12223845 w 17282147"/>
              <a:gd name="connsiteY54" fmla="*/ 13144552 h 15045416"/>
              <a:gd name="connsiteX55" fmla="*/ 13147681 w 17282147"/>
              <a:gd name="connsiteY55" fmla="*/ 13144552 h 15045416"/>
              <a:gd name="connsiteX56" fmla="*/ 13447763 w 17282147"/>
              <a:gd name="connsiteY56" fmla="*/ 13744717 h 15045416"/>
              <a:gd name="connsiteX57" fmla="*/ 13147681 w 17282147"/>
              <a:gd name="connsiteY57" fmla="*/ 14344881 h 15045416"/>
              <a:gd name="connsiteX58" fmla="*/ 12223845 w 17282147"/>
              <a:gd name="connsiteY58" fmla="*/ 14344881 h 15045416"/>
              <a:gd name="connsiteX59" fmla="*/ 11923763 w 17282147"/>
              <a:gd name="connsiteY59" fmla="*/ 13744717 h 15045416"/>
              <a:gd name="connsiteX60" fmla="*/ 9645238 w 17282147"/>
              <a:gd name="connsiteY60" fmla="*/ 13138456 h 15045416"/>
              <a:gd name="connsiteX61" fmla="*/ 10569074 w 17282147"/>
              <a:gd name="connsiteY61" fmla="*/ 13138456 h 15045416"/>
              <a:gd name="connsiteX62" fmla="*/ 10869155 w 17282147"/>
              <a:gd name="connsiteY62" fmla="*/ 13738621 h 15045416"/>
              <a:gd name="connsiteX63" fmla="*/ 10569074 w 17282147"/>
              <a:gd name="connsiteY63" fmla="*/ 14338785 h 15045416"/>
              <a:gd name="connsiteX64" fmla="*/ 9645238 w 17282147"/>
              <a:gd name="connsiteY64" fmla="*/ 14338785 h 15045416"/>
              <a:gd name="connsiteX65" fmla="*/ 9345157 w 17282147"/>
              <a:gd name="connsiteY65" fmla="*/ 13738621 h 15045416"/>
              <a:gd name="connsiteX66" fmla="*/ 14778069 w 17282147"/>
              <a:gd name="connsiteY66" fmla="*/ 13126264 h 15045416"/>
              <a:gd name="connsiteX67" fmla="*/ 15701905 w 17282147"/>
              <a:gd name="connsiteY67" fmla="*/ 13126264 h 15045416"/>
              <a:gd name="connsiteX68" fmla="*/ 16001987 w 17282147"/>
              <a:gd name="connsiteY68" fmla="*/ 13726429 h 15045416"/>
              <a:gd name="connsiteX69" fmla="*/ 15701905 w 17282147"/>
              <a:gd name="connsiteY69" fmla="*/ 14326593 h 15045416"/>
              <a:gd name="connsiteX70" fmla="*/ 14778069 w 17282147"/>
              <a:gd name="connsiteY70" fmla="*/ 14326593 h 15045416"/>
              <a:gd name="connsiteX71" fmla="*/ 14477987 w 17282147"/>
              <a:gd name="connsiteY71" fmla="*/ 13726429 h 15045416"/>
              <a:gd name="connsiteX72" fmla="*/ 3201778 w 17282147"/>
              <a:gd name="connsiteY72" fmla="*/ 12592573 h 15045416"/>
              <a:gd name="connsiteX73" fmla="*/ 4125613 w 17282147"/>
              <a:gd name="connsiteY73" fmla="*/ 12592573 h 15045416"/>
              <a:gd name="connsiteX74" fmla="*/ 4425695 w 17282147"/>
              <a:gd name="connsiteY74" fmla="*/ 13192738 h 15045416"/>
              <a:gd name="connsiteX75" fmla="*/ 4125613 w 17282147"/>
              <a:gd name="connsiteY75" fmla="*/ 13792902 h 15045416"/>
              <a:gd name="connsiteX76" fmla="*/ 3201778 w 17282147"/>
              <a:gd name="connsiteY76" fmla="*/ 13792902 h 15045416"/>
              <a:gd name="connsiteX77" fmla="*/ 2901696 w 17282147"/>
              <a:gd name="connsiteY77" fmla="*/ 13192738 h 15045416"/>
              <a:gd name="connsiteX78" fmla="*/ 5780388 w 17282147"/>
              <a:gd name="connsiteY78" fmla="*/ 12574285 h 15045416"/>
              <a:gd name="connsiteX79" fmla="*/ 6704225 w 17282147"/>
              <a:gd name="connsiteY79" fmla="*/ 12574285 h 15045416"/>
              <a:gd name="connsiteX80" fmla="*/ 7004307 w 17282147"/>
              <a:gd name="connsiteY80" fmla="*/ 13174450 h 15045416"/>
              <a:gd name="connsiteX81" fmla="*/ 6704225 w 17282147"/>
              <a:gd name="connsiteY81" fmla="*/ 13774614 h 15045416"/>
              <a:gd name="connsiteX82" fmla="*/ 5780388 w 17282147"/>
              <a:gd name="connsiteY82" fmla="*/ 13774614 h 15045416"/>
              <a:gd name="connsiteX83" fmla="*/ 5480307 w 17282147"/>
              <a:gd name="connsiteY83" fmla="*/ 13174450 h 15045416"/>
              <a:gd name="connsiteX84" fmla="*/ 8371188 w 17282147"/>
              <a:gd name="connsiteY84" fmla="*/ 12555997 h 15045416"/>
              <a:gd name="connsiteX85" fmla="*/ 9295011 w 17282147"/>
              <a:gd name="connsiteY85" fmla="*/ 12555997 h 15045416"/>
              <a:gd name="connsiteX86" fmla="*/ 9595092 w 17282147"/>
              <a:gd name="connsiteY86" fmla="*/ 13156162 h 15045416"/>
              <a:gd name="connsiteX87" fmla="*/ 9295011 w 17282147"/>
              <a:gd name="connsiteY87" fmla="*/ 13756326 h 15045416"/>
              <a:gd name="connsiteX88" fmla="*/ 8371188 w 17282147"/>
              <a:gd name="connsiteY88" fmla="*/ 13756326 h 15045416"/>
              <a:gd name="connsiteX89" fmla="*/ 8071107 w 17282147"/>
              <a:gd name="connsiteY89" fmla="*/ 13156162 h 15045416"/>
              <a:gd name="connsiteX90" fmla="*/ 13504005 w 17282147"/>
              <a:gd name="connsiteY90" fmla="*/ 12507229 h 15045416"/>
              <a:gd name="connsiteX91" fmla="*/ 14427841 w 17282147"/>
              <a:gd name="connsiteY91" fmla="*/ 12507229 h 15045416"/>
              <a:gd name="connsiteX92" fmla="*/ 14727923 w 17282147"/>
              <a:gd name="connsiteY92" fmla="*/ 13107394 h 15045416"/>
              <a:gd name="connsiteX93" fmla="*/ 14427841 w 17282147"/>
              <a:gd name="connsiteY93" fmla="*/ 13707558 h 15045416"/>
              <a:gd name="connsiteX94" fmla="*/ 13504005 w 17282147"/>
              <a:gd name="connsiteY94" fmla="*/ 13707558 h 15045416"/>
              <a:gd name="connsiteX95" fmla="*/ 13203923 w 17282147"/>
              <a:gd name="connsiteY95" fmla="*/ 13107394 h 15045416"/>
              <a:gd name="connsiteX96" fmla="*/ 10925397 w 17282147"/>
              <a:gd name="connsiteY96" fmla="*/ 12501133 h 15045416"/>
              <a:gd name="connsiteX97" fmla="*/ 11849233 w 17282147"/>
              <a:gd name="connsiteY97" fmla="*/ 12501133 h 15045416"/>
              <a:gd name="connsiteX98" fmla="*/ 12149315 w 17282147"/>
              <a:gd name="connsiteY98" fmla="*/ 13101298 h 15045416"/>
              <a:gd name="connsiteX99" fmla="*/ 11849233 w 17282147"/>
              <a:gd name="connsiteY99" fmla="*/ 13701462 h 15045416"/>
              <a:gd name="connsiteX100" fmla="*/ 10925397 w 17282147"/>
              <a:gd name="connsiteY100" fmla="*/ 13701462 h 15045416"/>
              <a:gd name="connsiteX101" fmla="*/ 10625317 w 17282147"/>
              <a:gd name="connsiteY101" fmla="*/ 13101298 h 15045416"/>
              <a:gd name="connsiteX102" fmla="*/ 16058229 w 17282147"/>
              <a:gd name="connsiteY102" fmla="*/ 12488941 h 15045416"/>
              <a:gd name="connsiteX103" fmla="*/ 16982065 w 17282147"/>
              <a:gd name="connsiteY103" fmla="*/ 12488941 h 15045416"/>
              <a:gd name="connsiteX104" fmla="*/ 17282147 w 17282147"/>
              <a:gd name="connsiteY104" fmla="*/ 13089106 h 15045416"/>
              <a:gd name="connsiteX105" fmla="*/ 16982065 w 17282147"/>
              <a:gd name="connsiteY105" fmla="*/ 13689270 h 15045416"/>
              <a:gd name="connsiteX106" fmla="*/ 16058229 w 17282147"/>
              <a:gd name="connsiteY106" fmla="*/ 13689270 h 15045416"/>
              <a:gd name="connsiteX107" fmla="*/ 15758147 w 17282147"/>
              <a:gd name="connsiteY107" fmla="*/ 13089106 h 15045416"/>
              <a:gd name="connsiteX108" fmla="*/ 1878947 w 17282147"/>
              <a:gd name="connsiteY108" fmla="*/ 11972544 h 15045416"/>
              <a:gd name="connsiteX109" fmla="*/ 2802782 w 17282147"/>
              <a:gd name="connsiteY109" fmla="*/ 11972544 h 15045416"/>
              <a:gd name="connsiteX110" fmla="*/ 3102864 w 17282147"/>
              <a:gd name="connsiteY110" fmla="*/ 12572709 h 15045416"/>
              <a:gd name="connsiteX111" fmla="*/ 2802782 w 17282147"/>
              <a:gd name="connsiteY111" fmla="*/ 13172873 h 15045416"/>
              <a:gd name="connsiteX112" fmla="*/ 1878947 w 17282147"/>
              <a:gd name="connsiteY112" fmla="*/ 13172873 h 15045416"/>
              <a:gd name="connsiteX113" fmla="*/ 1578865 w 17282147"/>
              <a:gd name="connsiteY113" fmla="*/ 12572709 h 15045416"/>
              <a:gd name="connsiteX114" fmla="*/ 4457555 w 17282147"/>
              <a:gd name="connsiteY114" fmla="*/ 11954256 h 15045416"/>
              <a:gd name="connsiteX115" fmla="*/ 5381393 w 17282147"/>
              <a:gd name="connsiteY115" fmla="*/ 11954256 h 15045416"/>
              <a:gd name="connsiteX116" fmla="*/ 5681475 w 17282147"/>
              <a:gd name="connsiteY116" fmla="*/ 12554421 h 15045416"/>
              <a:gd name="connsiteX117" fmla="*/ 5381393 w 17282147"/>
              <a:gd name="connsiteY117" fmla="*/ 13154585 h 15045416"/>
              <a:gd name="connsiteX118" fmla="*/ 4457555 w 17282147"/>
              <a:gd name="connsiteY118" fmla="*/ 13154585 h 15045416"/>
              <a:gd name="connsiteX119" fmla="*/ 4157473 w 17282147"/>
              <a:gd name="connsiteY119" fmla="*/ 12554421 h 15045416"/>
              <a:gd name="connsiteX120" fmla="*/ 7048359 w 17282147"/>
              <a:gd name="connsiteY120" fmla="*/ 11935968 h 15045416"/>
              <a:gd name="connsiteX121" fmla="*/ 7972192 w 17282147"/>
              <a:gd name="connsiteY121" fmla="*/ 11935968 h 15045416"/>
              <a:gd name="connsiteX122" fmla="*/ 8272273 w 17282147"/>
              <a:gd name="connsiteY122" fmla="*/ 12536133 h 15045416"/>
              <a:gd name="connsiteX123" fmla="*/ 7972192 w 17282147"/>
              <a:gd name="connsiteY123" fmla="*/ 13136297 h 15045416"/>
              <a:gd name="connsiteX124" fmla="*/ 7048359 w 17282147"/>
              <a:gd name="connsiteY124" fmla="*/ 13136297 h 15045416"/>
              <a:gd name="connsiteX125" fmla="*/ 6748275 w 17282147"/>
              <a:gd name="connsiteY125" fmla="*/ 12536133 h 15045416"/>
              <a:gd name="connsiteX126" fmla="*/ 12181173 w 17282147"/>
              <a:gd name="connsiteY126" fmla="*/ 11887200 h 15045416"/>
              <a:gd name="connsiteX127" fmla="*/ 13105009 w 17282147"/>
              <a:gd name="connsiteY127" fmla="*/ 11887200 h 15045416"/>
              <a:gd name="connsiteX128" fmla="*/ 13405091 w 17282147"/>
              <a:gd name="connsiteY128" fmla="*/ 12487365 h 15045416"/>
              <a:gd name="connsiteX129" fmla="*/ 13105009 w 17282147"/>
              <a:gd name="connsiteY129" fmla="*/ 13087529 h 15045416"/>
              <a:gd name="connsiteX130" fmla="*/ 12181173 w 17282147"/>
              <a:gd name="connsiteY130" fmla="*/ 13087529 h 15045416"/>
              <a:gd name="connsiteX131" fmla="*/ 11881091 w 17282147"/>
              <a:gd name="connsiteY131" fmla="*/ 12487365 h 15045416"/>
              <a:gd name="connsiteX132" fmla="*/ 9602565 w 17282147"/>
              <a:gd name="connsiteY132" fmla="*/ 11881104 h 15045416"/>
              <a:gd name="connsiteX133" fmla="*/ 10526402 w 17282147"/>
              <a:gd name="connsiteY133" fmla="*/ 11881104 h 15045416"/>
              <a:gd name="connsiteX134" fmla="*/ 10826483 w 17282147"/>
              <a:gd name="connsiteY134" fmla="*/ 12481269 h 15045416"/>
              <a:gd name="connsiteX135" fmla="*/ 10526402 w 17282147"/>
              <a:gd name="connsiteY135" fmla="*/ 13081433 h 15045416"/>
              <a:gd name="connsiteX136" fmla="*/ 9602565 w 17282147"/>
              <a:gd name="connsiteY136" fmla="*/ 13081433 h 15045416"/>
              <a:gd name="connsiteX137" fmla="*/ 9302485 w 17282147"/>
              <a:gd name="connsiteY137" fmla="*/ 12481269 h 15045416"/>
              <a:gd name="connsiteX138" fmla="*/ 14735397 w 17282147"/>
              <a:gd name="connsiteY138" fmla="*/ 11868912 h 15045416"/>
              <a:gd name="connsiteX139" fmla="*/ 15659233 w 17282147"/>
              <a:gd name="connsiteY139" fmla="*/ 11868912 h 15045416"/>
              <a:gd name="connsiteX140" fmla="*/ 15959315 w 17282147"/>
              <a:gd name="connsiteY140" fmla="*/ 12469077 h 15045416"/>
              <a:gd name="connsiteX141" fmla="*/ 15659233 w 17282147"/>
              <a:gd name="connsiteY141" fmla="*/ 13069241 h 15045416"/>
              <a:gd name="connsiteX142" fmla="*/ 14735397 w 17282147"/>
              <a:gd name="connsiteY142" fmla="*/ 13069241 h 15045416"/>
              <a:gd name="connsiteX143" fmla="*/ 14435315 w 17282147"/>
              <a:gd name="connsiteY143" fmla="*/ 12469077 h 15045416"/>
              <a:gd name="connsiteX144" fmla="*/ 3110339 w 17282147"/>
              <a:gd name="connsiteY144" fmla="*/ 11339631 h 15045416"/>
              <a:gd name="connsiteX145" fmla="*/ 4034175 w 17282147"/>
              <a:gd name="connsiteY145" fmla="*/ 11339631 h 15045416"/>
              <a:gd name="connsiteX146" fmla="*/ 4334256 w 17282147"/>
              <a:gd name="connsiteY146" fmla="*/ 11939796 h 15045416"/>
              <a:gd name="connsiteX147" fmla="*/ 4034175 w 17282147"/>
              <a:gd name="connsiteY147" fmla="*/ 12539960 h 15045416"/>
              <a:gd name="connsiteX148" fmla="*/ 3110339 w 17282147"/>
              <a:gd name="connsiteY148" fmla="*/ 12539960 h 15045416"/>
              <a:gd name="connsiteX149" fmla="*/ 2810258 w 17282147"/>
              <a:gd name="connsiteY149" fmla="*/ 11939796 h 15045416"/>
              <a:gd name="connsiteX150" fmla="*/ 5688950 w 17282147"/>
              <a:gd name="connsiteY150" fmla="*/ 11321343 h 15045416"/>
              <a:gd name="connsiteX151" fmla="*/ 6612786 w 17282147"/>
              <a:gd name="connsiteY151" fmla="*/ 11321343 h 15045416"/>
              <a:gd name="connsiteX152" fmla="*/ 6912867 w 17282147"/>
              <a:gd name="connsiteY152" fmla="*/ 11921508 h 15045416"/>
              <a:gd name="connsiteX153" fmla="*/ 6612786 w 17282147"/>
              <a:gd name="connsiteY153" fmla="*/ 12521672 h 15045416"/>
              <a:gd name="connsiteX154" fmla="*/ 5688950 w 17282147"/>
              <a:gd name="connsiteY154" fmla="*/ 12521672 h 15045416"/>
              <a:gd name="connsiteX155" fmla="*/ 5388868 w 17282147"/>
              <a:gd name="connsiteY155" fmla="*/ 11921508 h 15045416"/>
              <a:gd name="connsiteX156" fmla="*/ 8279749 w 17282147"/>
              <a:gd name="connsiteY156" fmla="*/ 11303055 h 15045416"/>
              <a:gd name="connsiteX157" fmla="*/ 9203571 w 17282147"/>
              <a:gd name="connsiteY157" fmla="*/ 11303055 h 15045416"/>
              <a:gd name="connsiteX158" fmla="*/ 9503652 w 17282147"/>
              <a:gd name="connsiteY158" fmla="*/ 11903220 h 15045416"/>
              <a:gd name="connsiteX159" fmla="*/ 9203571 w 17282147"/>
              <a:gd name="connsiteY159" fmla="*/ 12503384 h 15045416"/>
              <a:gd name="connsiteX160" fmla="*/ 8279749 w 17282147"/>
              <a:gd name="connsiteY160" fmla="*/ 12503384 h 15045416"/>
              <a:gd name="connsiteX161" fmla="*/ 7979666 w 17282147"/>
              <a:gd name="connsiteY161" fmla="*/ 11903220 h 15045416"/>
              <a:gd name="connsiteX162" fmla="*/ 13412565 w 17282147"/>
              <a:gd name="connsiteY162" fmla="*/ 11254287 h 15045416"/>
              <a:gd name="connsiteX163" fmla="*/ 14336401 w 17282147"/>
              <a:gd name="connsiteY163" fmla="*/ 11254287 h 15045416"/>
              <a:gd name="connsiteX164" fmla="*/ 14636483 w 17282147"/>
              <a:gd name="connsiteY164" fmla="*/ 11854452 h 15045416"/>
              <a:gd name="connsiteX165" fmla="*/ 14336401 w 17282147"/>
              <a:gd name="connsiteY165" fmla="*/ 12454616 h 15045416"/>
              <a:gd name="connsiteX166" fmla="*/ 13412565 w 17282147"/>
              <a:gd name="connsiteY166" fmla="*/ 12454616 h 15045416"/>
              <a:gd name="connsiteX167" fmla="*/ 13112483 w 17282147"/>
              <a:gd name="connsiteY167" fmla="*/ 11854452 h 15045416"/>
              <a:gd name="connsiteX168" fmla="*/ 10833957 w 17282147"/>
              <a:gd name="connsiteY168" fmla="*/ 11248191 h 15045416"/>
              <a:gd name="connsiteX169" fmla="*/ 11757793 w 17282147"/>
              <a:gd name="connsiteY169" fmla="*/ 11248191 h 15045416"/>
              <a:gd name="connsiteX170" fmla="*/ 12057875 w 17282147"/>
              <a:gd name="connsiteY170" fmla="*/ 11848356 h 15045416"/>
              <a:gd name="connsiteX171" fmla="*/ 11757793 w 17282147"/>
              <a:gd name="connsiteY171" fmla="*/ 12448520 h 15045416"/>
              <a:gd name="connsiteX172" fmla="*/ 10833957 w 17282147"/>
              <a:gd name="connsiteY172" fmla="*/ 12448520 h 15045416"/>
              <a:gd name="connsiteX173" fmla="*/ 10533876 w 17282147"/>
              <a:gd name="connsiteY173" fmla="*/ 11848356 h 15045416"/>
              <a:gd name="connsiteX174" fmla="*/ 15966789 w 17282147"/>
              <a:gd name="connsiteY174" fmla="*/ 11235999 h 15045416"/>
              <a:gd name="connsiteX175" fmla="*/ 16890625 w 17282147"/>
              <a:gd name="connsiteY175" fmla="*/ 11235999 h 15045416"/>
              <a:gd name="connsiteX176" fmla="*/ 17190707 w 17282147"/>
              <a:gd name="connsiteY176" fmla="*/ 11836164 h 15045416"/>
              <a:gd name="connsiteX177" fmla="*/ 16890625 w 17282147"/>
              <a:gd name="connsiteY177" fmla="*/ 12436328 h 15045416"/>
              <a:gd name="connsiteX178" fmla="*/ 15966789 w 17282147"/>
              <a:gd name="connsiteY178" fmla="*/ 12436328 h 15045416"/>
              <a:gd name="connsiteX179" fmla="*/ 15666707 w 17282147"/>
              <a:gd name="connsiteY179" fmla="*/ 11836164 h 15045416"/>
              <a:gd name="connsiteX180" fmla="*/ 1830180 w 17282147"/>
              <a:gd name="connsiteY180" fmla="*/ 10724440 h 15045416"/>
              <a:gd name="connsiteX181" fmla="*/ 2754015 w 17282147"/>
              <a:gd name="connsiteY181" fmla="*/ 10724440 h 15045416"/>
              <a:gd name="connsiteX182" fmla="*/ 3054097 w 17282147"/>
              <a:gd name="connsiteY182" fmla="*/ 11324605 h 15045416"/>
              <a:gd name="connsiteX183" fmla="*/ 2754015 w 17282147"/>
              <a:gd name="connsiteY183" fmla="*/ 11924769 h 15045416"/>
              <a:gd name="connsiteX184" fmla="*/ 1830180 w 17282147"/>
              <a:gd name="connsiteY184" fmla="*/ 11924769 h 15045416"/>
              <a:gd name="connsiteX185" fmla="*/ 1530098 w 17282147"/>
              <a:gd name="connsiteY185" fmla="*/ 11324605 h 15045416"/>
              <a:gd name="connsiteX186" fmla="*/ 4408787 w 17282147"/>
              <a:gd name="connsiteY186" fmla="*/ 10706152 h 15045416"/>
              <a:gd name="connsiteX187" fmla="*/ 5332625 w 17282147"/>
              <a:gd name="connsiteY187" fmla="*/ 10706152 h 15045416"/>
              <a:gd name="connsiteX188" fmla="*/ 5632707 w 17282147"/>
              <a:gd name="connsiteY188" fmla="*/ 11306317 h 15045416"/>
              <a:gd name="connsiteX189" fmla="*/ 5332625 w 17282147"/>
              <a:gd name="connsiteY189" fmla="*/ 11906481 h 15045416"/>
              <a:gd name="connsiteX190" fmla="*/ 4408787 w 17282147"/>
              <a:gd name="connsiteY190" fmla="*/ 11906481 h 15045416"/>
              <a:gd name="connsiteX191" fmla="*/ 4108706 w 17282147"/>
              <a:gd name="connsiteY191" fmla="*/ 11306317 h 15045416"/>
              <a:gd name="connsiteX192" fmla="*/ 6999588 w 17282147"/>
              <a:gd name="connsiteY192" fmla="*/ 10687864 h 15045416"/>
              <a:gd name="connsiteX193" fmla="*/ 7923426 w 17282147"/>
              <a:gd name="connsiteY193" fmla="*/ 10687864 h 15045416"/>
              <a:gd name="connsiteX194" fmla="*/ 8223507 w 17282147"/>
              <a:gd name="connsiteY194" fmla="*/ 11288029 h 15045416"/>
              <a:gd name="connsiteX195" fmla="*/ 7923426 w 17282147"/>
              <a:gd name="connsiteY195" fmla="*/ 11888193 h 15045416"/>
              <a:gd name="connsiteX196" fmla="*/ 6999588 w 17282147"/>
              <a:gd name="connsiteY196" fmla="*/ 11888193 h 15045416"/>
              <a:gd name="connsiteX197" fmla="*/ 6699510 w 17282147"/>
              <a:gd name="connsiteY197" fmla="*/ 11288029 h 15045416"/>
              <a:gd name="connsiteX198" fmla="*/ 12132405 w 17282147"/>
              <a:gd name="connsiteY198" fmla="*/ 10639096 h 15045416"/>
              <a:gd name="connsiteX199" fmla="*/ 13056241 w 17282147"/>
              <a:gd name="connsiteY199" fmla="*/ 10639096 h 15045416"/>
              <a:gd name="connsiteX200" fmla="*/ 13356323 w 17282147"/>
              <a:gd name="connsiteY200" fmla="*/ 11239261 h 15045416"/>
              <a:gd name="connsiteX201" fmla="*/ 13056241 w 17282147"/>
              <a:gd name="connsiteY201" fmla="*/ 11839425 h 15045416"/>
              <a:gd name="connsiteX202" fmla="*/ 12132405 w 17282147"/>
              <a:gd name="connsiteY202" fmla="*/ 11839425 h 15045416"/>
              <a:gd name="connsiteX203" fmla="*/ 11832323 w 17282147"/>
              <a:gd name="connsiteY203" fmla="*/ 11239261 h 15045416"/>
              <a:gd name="connsiteX204" fmla="*/ 9553798 w 17282147"/>
              <a:gd name="connsiteY204" fmla="*/ 10633000 h 15045416"/>
              <a:gd name="connsiteX205" fmla="*/ 10477634 w 17282147"/>
              <a:gd name="connsiteY205" fmla="*/ 10633000 h 15045416"/>
              <a:gd name="connsiteX206" fmla="*/ 10777715 w 17282147"/>
              <a:gd name="connsiteY206" fmla="*/ 11233165 h 15045416"/>
              <a:gd name="connsiteX207" fmla="*/ 10477634 w 17282147"/>
              <a:gd name="connsiteY207" fmla="*/ 11833329 h 15045416"/>
              <a:gd name="connsiteX208" fmla="*/ 9553798 w 17282147"/>
              <a:gd name="connsiteY208" fmla="*/ 11833329 h 15045416"/>
              <a:gd name="connsiteX209" fmla="*/ 9253717 w 17282147"/>
              <a:gd name="connsiteY209" fmla="*/ 11233165 h 15045416"/>
              <a:gd name="connsiteX210" fmla="*/ 14686629 w 17282147"/>
              <a:gd name="connsiteY210" fmla="*/ 10620808 h 15045416"/>
              <a:gd name="connsiteX211" fmla="*/ 15610465 w 17282147"/>
              <a:gd name="connsiteY211" fmla="*/ 10620808 h 15045416"/>
              <a:gd name="connsiteX212" fmla="*/ 15910547 w 17282147"/>
              <a:gd name="connsiteY212" fmla="*/ 11220973 h 15045416"/>
              <a:gd name="connsiteX213" fmla="*/ 15610465 w 17282147"/>
              <a:gd name="connsiteY213" fmla="*/ 11821137 h 15045416"/>
              <a:gd name="connsiteX214" fmla="*/ 14686629 w 17282147"/>
              <a:gd name="connsiteY214" fmla="*/ 11821137 h 15045416"/>
              <a:gd name="connsiteX215" fmla="*/ 14386547 w 17282147"/>
              <a:gd name="connsiteY215" fmla="*/ 11220973 h 15045416"/>
              <a:gd name="connsiteX216" fmla="*/ 3110339 w 17282147"/>
              <a:gd name="connsiteY216" fmla="*/ 10087117 h 15045416"/>
              <a:gd name="connsiteX217" fmla="*/ 4034174 w 17282147"/>
              <a:gd name="connsiteY217" fmla="*/ 10087117 h 15045416"/>
              <a:gd name="connsiteX218" fmla="*/ 4334256 w 17282147"/>
              <a:gd name="connsiteY218" fmla="*/ 10687282 h 15045416"/>
              <a:gd name="connsiteX219" fmla="*/ 4034174 w 17282147"/>
              <a:gd name="connsiteY219" fmla="*/ 11287446 h 15045416"/>
              <a:gd name="connsiteX220" fmla="*/ 3110339 w 17282147"/>
              <a:gd name="connsiteY220" fmla="*/ 11287446 h 15045416"/>
              <a:gd name="connsiteX221" fmla="*/ 2810257 w 17282147"/>
              <a:gd name="connsiteY221" fmla="*/ 10687282 h 15045416"/>
              <a:gd name="connsiteX222" fmla="*/ 5688950 w 17282147"/>
              <a:gd name="connsiteY222" fmla="*/ 10068829 h 15045416"/>
              <a:gd name="connsiteX223" fmla="*/ 6612786 w 17282147"/>
              <a:gd name="connsiteY223" fmla="*/ 10068829 h 15045416"/>
              <a:gd name="connsiteX224" fmla="*/ 6912867 w 17282147"/>
              <a:gd name="connsiteY224" fmla="*/ 10668994 h 15045416"/>
              <a:gd name="connsiteX225" fmla="*/ 6612786 w 17282147"/>
              <a:gd name="connsiteY225" fmla="*/ 11269158 h 15045416"/>
              <a:gd name="connsiteX226" fmla="*/ 5688950 w 17282147"/>
              <a:gd name="connsiteY226" fmla="*/ 11269158 h 15045416"/>
              <a:gd name="connsiteX227" fmla="*/ 5388867 w 17282147"/>
              <a:gd name="connsiteY227" fmla="*/ 10668994 h 15045416"/>
              <a:gd name="connsiteX228" fmla="*/ 8279749 w 17282147"/>
              <a:gd name="connsiteY228" fmla="*/ 10050541 h 15045416"/>
              <a:gd name="connsiteX229" fmla="*/ 9203571 w 17282147"/>
              <a:gd name="connsiteY229" fmla="*/ 10050541 h 15045416"/>
              <a:gd name="connsiteX230" fmla="*/ 9503652 w 17282147"/>
              <a:gd name="connsiteY230" fmla="*/ 10650706 h 15045416"/>
              <a:gd name="connsiteX231" fmla="*/ 9203571 w 17282147"/>
              <a:gd name="connsiteY231" fmla="*/ 11250870 h 15045416"/>
              <a:gd name="connsiteX232" fmla="*/ 8279749 w 17282147"/>
              <a:gd name="connsiteY232" fmla="*/ 11250870 h 15045416"/>
              <a:gd name="connsiteX233" fmla="*/ 7979666 w 17282147"/>
              <a:gd name="connsiteY233" fmla="*/ 10650706 h 15045416"/>
              <a:gd name="connsiteX234" fmla="*/ 13412565 w 17282147"/>
              <a:gd name="connsiteY234" fmla="*/ 10001773 h 15045416"/>
              <a:gd name="connsiteX235" fmla="*/ 14336401 w 17282147"/>
              <a:gd name="connsiteY235" fmla="*/ 10001773 h 15045416"/>
              <a:gd name="connsiteX236" fmla="*/ 14636483 w 17282147"/>
              <a:gd name="connsiteY236" fmla="*/ 10601938 h 15045416"/>
              <a:gd name="connsiteX237" fmla="*/ 14336401 w 17282147"/>
              <a:gd name="connsiteY237" fmla="*/ 11202102 h 15045416"/>
              <a:gd name="connsiteX238" fmla="*/ 13412565 w 17282147"/>
              <a:gd name="connsiteY238" fmla="*/ 11202102 h 15045416"/>
              <a:gd name="connsiteX239" fmla="*/ 13112483 w 17282147"/>
              <a:gd name="connsiteY239" fmla="*/ 10601938 h 15045416"/>
              <a:gd name="connsiteX240" fmla="*/ 10833957 w 17282147"/>
              <a:gd name="connsiteY240" fmla="*/ 9995677 h 15045416"/>
              <a:gd name="connsiteX241" fmla="*/ 11757793 w 17282147"/>
              <a:gd name="connsiteY241" fmla="*/ 9995677 h 15045416"/>
              <a:gd name="connsiteX242" fmla="*/ 12057875 w 17282147"/>
              <a:gd name="connsiteY242" fmla="*/ 10595842 h 15045416"/>
              <a:gd name="connsiteX243" fmla="*/ 11757793 w 17282147"/>
              <a:gd name="connsiteY243" fmla="*/ 11196006 h 15045416"/>
              <a:gd name="connsiteX244" fmla="*/ 10833957 w 17282147"/>
              <a:gd name="connsiteY244" fmla="*/ 11196006 h 15045416"/>
              <a:gd name="connsiteX245" fmla="*/ 10533876 w 17282147"/>
              <a:gd name="connsiteY245" fmla="*/ 10595842 h 15045416"/>
              <a:gd name="connsiteX246" fmla="*/ 15966789 w 17282147"/>
              <a:gd name="connsiteY246" fmla="*/ 9983485 h 15045416"/>
              <a:gd name="connsiteX247" fmla="*/ 16890625 w 17282147"/>
              <a:gd name="connsiteY247" fmla="*/ 9983485 h 15045416"/>
              <a:gd name="connsiteX248" fmla="*/ 17190707 w 17282147"/>
              <a:gd name="connsiteY248" fmla="*/ 10583650 h 15045416"/>
              <a:gd name="connsiteX249" fmla="*/ 16890625 w 17282147"/>
              <a:gd name="connsiteY249" fmla="*/ 11183814 h 15045416"/>
              <a:gd name="connsiteX250" fmla="*/ 15966789 w 17282147"/>
              <a:gd name="connsiteY250" fmla="*/ 11183814 h 15045416"/>
              <a:gd name="connsiteX251" fmla="*/ 15666707 w 17282147"/>
              <a:gd name="connsiteY251" fmla="*/ 10583650 h 15045416"/>
              <a:gd name="connsiteX252" fmla="*/ 1787508 w 17282147"/>
              <a:gd name="connsiteY252" fmla="*/ 9467088 h 15045416"/>
              <a:gd name="connsiteX253" fmla="*/ 2711343 w 17282147"/>
              <a:gd name="connsiteY253" fmla="*/ 9467088 h 15045416"/>
              <a:gd name="connsiteX254" fmla="*/ 3011425 w 17282147"/>
              <a:gd name="connsiteY254" fmla="*/ 10067253 h 15045416"/>
              <a:gd name="connsiteX255" fmla="*/ 2711343 w 17282147"/>
              <a:gd name="connsiteY255" fmla="*/ 10667417 h 15045416"/>
              <a:gd name="connsiteX256" fmla="*/ 1787508 w 17282147"/>
              <a:gd name="connsiteY256" fmla="*/ 10667417 h 15045416"/>
              <a:gd name="connsiteX257" fmla="*/ 1487427 w 17282147"/>
              <a:gd name="connsiteY257" fmla="*/ 10067253 h 15045416"/>
              <a:gd name="connsiteX258" fmla="*/ 4366116 w 17282147"/>
              <a:gd name="connsiteY258" fmla="*/ 9448800 h 15045416"/>
              <a:gd name="connsiteX259" fmla="*/ 5289954 w 17282147"/>
              <a:gd name="connsiteY259" fmla="*/ 9448800 h 15045416"/>
              <a:gd name="connsiteX260" fmla="*/ 5590036 w 17282147"/>
              <a:gd name="connsiteY260" fmla="*/ 10048965 h 15045416"/>
              <a:gd name="connsiteX261" fmla="*/ 5289954 w 17282147"/>
              <a:gd name="connsiteY261" fmla="*/ 10649129 h 15045416"/>
              <a:gd name="connsiteX262" fmla="*/ 4366116 w 17282147"/>
              <a:gd name="connsiteY262" fmla="*/ 10649129 h 15045416"/>
              <a:gd name="connsiteX263" fmla="*/ 4066034 w 17282147"/>
              <a:gd name="connsiteY263" fmla="*/ 10048965 h 15045416"/>
              <a:gd name="connsiteX264" fmla="*/ 6956920 w 17282147"/>
              <a:gd name="connsiteY264" fmla="*/ 9430512 h 15045416"/>
              <a:gd name="connsiteX265" fmla="*/ 7880753 w 17282147"/>
              <a:gd name="connsiteY265" fmla="*/ 9430512 h 15045416"/>
              <a:gd name="connsiteX266" fmla="*/ 8180835 w 17282147"/>
              <a:gd name="connsiteY266" fmla="*/ 10030677 h 15045416"/>
              <a:gd name="connsiteX267" fmla="*/ 7880753 w 17282147"/>
              <a:gd name="connsiteY267" fmla="*/ 10630841 h 15045416"/>
              <a:gd name="connsiteX268" fmla="*/ 6956920 w 17282147"/>
              <a:gd name="connsiteY268" fmla="*/ 10630841 h 15045416"/>
              <a:gd name="connsiteX269" fmla="*/ 6656835 w 17282147"/>
              <a:gd name="connsiteY269" fmla="*/ 10030677 h 15045416"/>
              <a:gd name="connsiteX270" fmla="*/ 12089733 w 17282147"/>
              <a:gd name="connsiteY270" fmla="*/ 9381744 h 15045416"/>
              <a:gd name="connsiteX271" fmla="*/ 13013569 w 17282147"/>
              <a:gd name="connsiteY271" fmla="*/ 9381744 h 15045416"/>
              <a:gd name="connsiteX272" fmla="*/ 13313651 w 17282147"/>
              <a:gd name="connsiteY272" fmla="*/ 9981909 h 15045416"/>
              <a:gd name="connsiteX273" fmla="*/ 13013569 w 17282147"/>
              <a:gd name="connsiteY273" fmla="*/ 10582073 h 15045416"/>
              <a:gd name="connsiteX274" fmla="*/ 12089733 w 17282147"/>
              <a:gd name="connsiteY274" fmla="*/ 10582073 h 15045416"/>
              <a:gd name="connsiteX275" fmla="*/ 11789651 w 17282147"/>
              <a:gd name="connsiteY275" fmla="*/ 9981909 h 15045416"/>
              <a:gd name="connsiteX276" fmla="*/ 9511126 w 17282147"/>
              <a:gd name="connsiteY276" fmla="*/ 9375648 h 15045416"/>
              <a:gd name="connsiteX277" fmla="*/ 10434962 w 17282147"/>
              <a:gd name="connsiteY277" fmla="*/ 9375648 h 15045416"/>
              <a:gd name="connsiteX278" fmla="*/ 10735043 w 17282147"/>
              <a:gd name="connsiteY278" fmla="*/ 9975813 h 15045416"/>
              <a:gd name="connsiteX279" fmla="*/ 10434962 w 17282147"/>
              <a:gd name="connsiteY279" fmla="*/ 10575977 h 15045416"/>
              <a:gd name="connsiteX280" fmla="*/ 9511126 w 17282147"/>
              <a:gd name="connsiteY280" fmla="*/ 10575977 h 15045416"/>
              <a:gd name="connsiteX281" fmla="*/ 9211045 w 17282147"/>
              <a:gd name="connsiteY281" fmla="*/ 9975813 h 15045416"/>
              <a:gd name="connsiteX282" fmla="*/ 14643957 w 17282147"/>
              <a:gd name="connsiteY282" fmla="*/ 9363456 h 15045416"/>
              <a:gd name="connsiteX283" fmla="*/ 15567793 w 17282147"/>
              <a:gd name="connsiteY283" fmla="*/ 9363456 h 15045416"/>
              <a:gd name="connsiteX284" fmla="*/ 15867875 w 17282147"/>
              <a:gd name="connsiteY284" fmla="*/ 9963621 h 15045416"/>
              <a:gd name="connsiteX285" fmla="*/ 15567793 w 17282147"/>
              <a:gd name="connsiteY285" fmla="*/ 10563785 h 15045416"/>
              <a:gd name="connsiteX286" fmla="*/ 14643957 w 17282147"/>
              <a:gd name="connsiteY286" fmla="*/ 10563785 h 15045416"/>
              <a:gd name="connsiteX287" fmla="*/ 14343875 w 17282147"/>
              <a:gd name="connsiteY287" fmla="*/ 9963621 h 15045416"/>
              <a:gd name="connsiteX288" fmla="*/ 519532 w 17282147"/>
              <a:gd name="connsiteY288" fmla="*/ 8845296 h 15045416"/>
              <a:gd name="connsiteX289" fmla="*/ 1443368 w 17282147"/>
              <a:gd name="connsiteY289" fmla="*/ 8845296 h 15045416"/>
              <a:gd name="connsiteX290" fmla="*/ 1743450 w 17282147"/>
              <a:gd name="connsiteY290" fmla="*/ 9445461 h 15045416"/>
              <a:gd name="connsiteX291" fmla="*/ 1443368 w 17282147"/>
              <a:gd name="connsiteY291" fmla="*/ 10045625 h 15045416"/>
              <a:gd name="connsiteX292" fmla="*/ 519532 w 17282147"/>
              <a:gd name="connsiteY292" fmla="*/ 10045625 h 15045416"/>
              <a:gd name="connsiteX293" fmla="*/ 219450 w 17282147"/>
              <a:gd name="connsiteY293" fmla="*/ 9445461 h 15045416"/>
              <a:gd name="connsiteX294" fmla="*/ 3073757 w 17282147"/>
              <a:gd name="connsiteY294" fmla="*/ 8827008 h 15045416"/>
              <a:gd name="connsiteX295" fmla="*/ 3997592 w 17282147"/>
              <a:gd name="connsiteY295" fmla="*/ 8827008 h 15045416"/>
              <a:gd name="connsiteX296" fmla="*/ 4297674 w 17282147"/>
              <a:gd name="connsiteY296" fmla="*/ 9427173 h 15045416"/>
              <a:gd name="connsiteX297" fmla="*/ 3997592 w 17282147"/>
              <a:gd name="connsiteY297" fmla="*/ 10027337 h 15045416"/>
              <a:gd name="connsiteX298" fmla="*/ 3073757 w 17282147"/>
              <a:gd name="connsiteY298" fmla="*/ 10027337 h 15045416"/>
              <a:gd name="connsiteX299" fmla="*/ 2773675 w 17282147"/>
              <a:gd name="connsiteY299" fmla="*/ 9427173 h 15045416"/>
              <a:gd name="connsiteX300" fmla="*/ 13375989 w 17282147"/>
              <a:gd name="connsiteY300" fmla="*/ 8730553 h 15045416"/>
              <a:gd name="connsiteX301" fmla="*/ 14299825 w 17282147"/>
              <a:gd name="connsiteY301" fmla="*/ 8730553 h 15045416"/>
              <a:gd name="connsiteX302" fmla="*/ 14599907 w 17282147"/>
              <a:gd name="connsiteY302" fmla="*/ 9330708 h 15045416"/>
              <a:gd name="connsiteX303" fmla="*/ 14299825 w 17282147"/>
              <a:gd name="connsiteY303" fmla="*/ 9930872 h 15045416"/>
              <a:gd name="connsiteX304" fmla="*/ 13375989 w 17282147"/>
              <a:gd name="connsiteY304" fmla="*/ 9930872 h 15045416"/>
              <a:gd name="connsiteX305" fmla="*/ 13075907 w 17282147"/>
              <a:gd name="connsiteY305" fmla="*/ 9330708 h 15045416"/>
              <a:gd name="connsiteX306" fmla="*/ 15942405 w 17282147"/>
              <a:gd name="connsiteY306" fmla="*/ 8724457 h 15045416"/>
              <a:gd name="connsiteX307" fmla="*/ 16866241 w 17282147"/>
              <a:gd name="connsiteY307" fmla="*/ 8724457 h 15045416"/>
              <a:gd name="connsiteX308" fmla="*/ 17166323 w 17282147"/>
              <a:gd name="connsiteY308" fmla="*/ 9324612 h 15045416"/>
              <a:gd name="connsiteX309" fmla="*/ 16866241 w 17282147"/>
              <a:gd name="connsiteY309" fmla="*/ 9924776 h 15045416"/>
              <a:gd name="connsiteX310" fmla="*/ 15942405 w 17282147"/>
              <a:gd name="connsiteY310" fmla="*/ 9924776 h 15045416"/>
              <a:gd name="connsiteX311" fmla="*/ 15642323 w 17282147"/>
              <a:gd name="connsiteY311" fmla="*/ 9324612 h 15045416"/>
              <a:gd name="connsiteX312" fmla="*/ 1750925 w 17282147"/>
              <a:gd name="connsiteY312" fmla="*/ 8212383 h 15045416"/>
              <a:gd name="connsiteX313" fmla="*/ 2674761 w 17282147"/>
              <a:gd name="connsiteY313" fmla="*/ 8212383 h 15045416"/>
              <a:gd name="connsiteX314" fmla="*/ 2974842 w 17282147"/>
              <a:gd name="connsiteY314" fmla="*/ 8812548 h 15045416"/>
              <a:gd name="connsiteX315" fmla="*/ 2674761 w 17282147"/>
              <a:gd name="connsiteY315" fmla="*/ 9412712 h 15045416"/>
              <a:gd name="connsiteX316" fmla="*/ 1750925 w 17282147"/>
              <a:gd name="connsiteY316" fmla="*/ 9412712 h 15045416"/>
              <a:gd name="connsiteX317" fmla="*/ 1450843 w 17282147"/>
              <a:gd name="connsiteY317" fmla="*/ 8812548 h 15045416"/>
              <a:gd name="connsiteX318" fmla="*/ 4305149 w 17282147"/>
              <a:gd name="connsiteY318" fmla="*/ 8194095 h 15045416"/>
              <a:gd name="connsiteX319" fmla="*/ 5228986 w 17282147"/>
              <a:gd name="connsiteY319" fmla="*/ 8194095 h 15045416"/>
              <a:gd name="connsiteX320" fmla="*/ 5529068 w 17282147"/>
              <a:gd name="connsiteY320" fmla="*/ 8794260 h 15045416"/>
              <a:gd name="connsiteX321" fmla="*/ 5228986 w 17282147"/>
              <a:gd name="connsiteY321" fmla="*/ 9394424 h 15045416"/>
              <a:gd name="connsiteX322" fmla="*/ 4305149 w 17282147"/>
              <a:gd name="connsiteY322" fmla="*/ 9394424 h 15045416"/>
              <a:gd name="connsiteX323" fmla="*/ 4005067 w 17282147"/>
              <a:gd name="connsiteY323" fmla="*/ 8794260 h 15045416"/>
              <a:gd name="connsiteX324" fmla="*/ 14662245 w 17282147"/>
              <a:gd name="connsiteY324" fmla="*/ 8109269 h 15045416"/>
              <a:gd name="connsiteX325" fmla="*/ 15586081 w 17282147"/>
              <a:gd name="connsiteY325" fmla="*/ 8109269 h 15045416"/>
              <a:gd name="connsiteX326" fmla="*/ 15886163 w 17282147"/>
              <a:gd name="connsiteY326" fmla="*/ 8709431 h 15045416"/>
              <a:gd name="connsiteX327" fmla="*/ 15586081 w 17282147"/>
              <a:gd name="connsiteY327" fmla="*/ 9309585 h 15045416"/>
              <a:gd name="connsiteX328" fmla="*/ 14662245 w 17282147"/>
              <a:gd name="connsiteY328" fmla="*/ 9309585 h 15045416"/>
              <a:gd name="connsiteX329" fmla="*/ 14362163 w 17282147"/>
              <a:gd name="connsiteY329" fmla="*/ 8709431 h 15045416"/>
              <a:gd name="connsiteX330" fmla="*/ 470765 w 17282147"/>
              <a:gd name="connsiteY330" fmla="*/ 7597192 h 15045416"/>
              <a:gd name="connsiteX331" fmla="*/ 1394601 w 17282147"/>
              <a:gd name="connsiteY331" fmla="*/ 7597192 h 15045416"/>
              <a:gd name="connsiteX332" fmla="*/ 1694682 w 17282147"/>
              <a:gd name="connsiteY332" fmla="*/ 8197357 h 15045416"/>
              <a:gd name="connsiteX333" fmla="*/ 1394601 w 17282147"/>
              <a:gd name="connsiteY333" fmla="*/ 8797521 h 15045416"/>
              <a:gd name="connsiteX334" fmla="*/ 470765 w 17282147"/>
              <a:gd name="connsiteY334" fmla="*/ 8797521 h 15045416"/>
              <a:gd name="connsiteX335" fmla="*/ 170682 w 17282147"/>
              <a:gd name="connsiteY335" fmla="*/ 8197357 h 15045416"/>
              <a:gd name="connsiteX336" fmla="*/ 3024989 w 17282147"/>
              <a:gd name="connsiteY336" fmla="*/ 7578906 h 15045416"/>
              <a:gd name="connsiteX337" fmla="*/ 3948825 w 17282147"/>
              <a:gd name="connsiteY337" fmla="*/ 7578906 h 15045416"/>
              <a:gd name="connsiteX338" fmla="*/ 4248906 w 17282147"/>
              <a:gd name="connsiteY338" fmla="*/ 8179069 h 15045416"/>
              <a:gd name="connsiteX339" fmla="*/ 3948825 w 17282147"/>
              <a:gd name="connsiteY339" fmla="*/ 8779233 h 15045416"/>
              <a:gd name="connsiteX340" fmla="*/ 3024989 w 17282147"/>
              <a:gd name="connsiteY340" fmla="*/ 8779233 h 15045416"/>
              <a:gd name="connsiteX341" fmla="*/ 2724907 w 17282147"/>
              <a:gd name="connsiteY341" fmla="*/ 8179069 h 15045416"/>
              <a:gd name="connsiteX342" fmla="*/ 13375989 w 17282147"/>
              <a:gd name="connsiteY342" fmla="*/ 7478047 h 15045416"/>
              <a:gd name="connsiteX343" fmla="*/ 14299825 w 17282147"/>
              <a:gd name="connsiteY343" fmla="*/ 7478047 h 15045416"/>
              <a:gd name="connsiteX344" fmla="*/ 14599907 w 17282147"/>
              <a:gd name="connsiteY344" fmla="*/ 8078208 h 15045416"/>
              <a:gd name="connsiteX345" fmla="*/ 14299825 w 17282147"/>
              <a:gd name="connsiteY345" fmla="*/ 8678368 h 15045416"/>
              <a:gd name="connsiteX346" fmla="*/ 13375989 w 17282147"/>
              <a:gd name="connsiteY346" fmla="*/ 8678368 h 15045416"/>
              <a:gd name="connsiteX347" fmla="*/ 13075907 w 17282147"/>
              <a:gd name="connsiteY347" fmla="*/ 8078208 h 15045416"/>
              <a:gd name="connsiteX348" fmla="*/ 15942405 w 17282147"/>
              <a:gd name="connsiteY348" fmla="*/ 7471948 h 15045416"/>
              <a:gd name="connsiteX349" fmla="*/ 16866241 w 17282147"/>
              <a:gd name="connsiteY349" fmla="*/ 7471948 h 15045416"/>
              <a:gd name="connsiteX350" fmla="*/ 17166323 w 17282147"/>
              <a:gd name="connsiteY350" fmla="*/ 8072113 h 15045416"/>
              <a:gd name="connsiteX351" fmla="*/ 16866241 w 17282147"/>
              <a:gd name="connsiteY351" fmla="*/ 8672272 h 15045416"/>
              <a:gd name="connsiteX352" fmla="*/ 15942405 w 17282147"/>
              <a:gd name="connsiteY352" fmla="*/ 8672272 h 15045416"/>
              <a:gd name="connsiteX353" fmla="*/ 15642323 w 17282147"/>
              <a:gd name="connsiteY353" fmla="*/ 8072113 h 15045416"/>
              <a:gd name="connsiteX354" fmla="*/ 1750924 w 17282147"/>
              <a:gd name="connsiteY354" fmla="*/ 6959875 h 15045416"/>
              <a:gd name="connsiteX355" fmla="*/ 2674760 w 17282147"/>
              <a:gd name="connsiteY355" fmla="*/ 6959875 h 15045416"/>
              <a:gd name="connsiteX356" fmla="*/ 2974842 w 17282147"/>
              <a:gd name="connsiteY356" fmla="*/ 7560035 h 15045416"/>
              <a:gd name="connsiteX357" fmla="*/ 2674760 w 17282147"/>
              <a:gd name="connsiteY357" fmla="*/ 8160199 h 15045416"/>
              <a:gd name="connsiteX358" fmla="*/ 1750924 w 17282147"/>
              <a:gd name="connsiteY358" fmla="*/ 8160199 h 15045416"/>
              <a:gd name="connsiteX359" fmla="*/ 1450842 w 17282147"/>
              <a:gd name="connsiteY359" fmla="*/ 7560035 h 15045416"/>
              <a:gd name="connsiteX360" fmla="*/ 4305148 w 17282147"/>
              <a:gd name="connsiteY360" fmla="*/ 6941588 h 15045416"/>
              <a:gd name="connsiteX361" fmla="*/ 5228985 w 17282147"/>
              <a:gd name="connsiteY361" fmla="*/ 6941588 h 15045416"/>
              <a:gd name="connsiteX362" fmla="*/ 5529067 w 17282147"/>
              <a:gd name="connsiteY362" fmla="*/ 7541746 h 15045416"/>
              <a:gd name="connsiteX363" fmla="*/ 5228985 w 17282147"/>
              <a:gd name="connsiteY363" fmla="*/ 8141912 h 15045416"/>
              <a:gd name="connsiteX364" fmla="*/ 4305148 w 17282147"/>
              <a:gd name="connsiteY364" fmla="*/ 8141912 h 15045416"/>
              <a:gd name="connsiteX365" fmla="*/ 4005066 w 17282147"/>
              <a:gd name="connsiteY365" fmla="*/ 7541746 h 15045416"/>
              <a:gd name="connsiteX366" fmla="*/ 12053157 w 17282147"/>
              <a:gd name="connsiteY366" fmla="*/ 6858018 h 15045416"/>
              <a:gd name="connsiteX367" fmla="*/ 12976993 w 17282147"/>
              <a:gd name="connsiteY367" fmla="*/ 6858018 h 15045416"/>
              <a:gd name="connsiteX368" fmla="*/ 13277075 w 17282147"/>
              <a:gd name="connsiteY368" fmla="*/ 7458178 h 15045416"/>
              <a:gd name="connsiteX369" fmla="*/ 12976993 w 17282147"/>
              <a:gd name="connsiteY369" fmla="*/ 8058342 h 15045416"/>
              <a:gd name="connsiteX370" fmla="*/ 12053157 w 17282147"/>
              <a:gd name="connsiteY370" fmla="*/ 8058342 h 15045416"/>
              <a:gd name="connsiteX371" fmla="*/ 11753075 w 17282147"/>
              <a:gd name="connsiteY371" fmla="*/ 7458178 h 15045416"/>
              <a:gd name="connsiteX372" fmla="*/ 14619573 w 17282147"/>
              <a:gd name="connsiteY372" fmla="*/ 6851921 h 15045416"/>
              <a:gd name="connsiteX373" fmla="*/ 15543409 w 17282147"/>
              <a:gd name="connsiteY373" fmla="*/ 6851921 h 15045416"/>
              <a:gd name="connsiteX374" fmla="*/ 15843491 w 17282147"/>
              <a:gd name="connsiteY374" fmla="*/ 7452084 h 15045416"/>
              <a:gd name="connsiteX375" fmla="*/ 15543409 w 17282147"/>
              <a:gd name="connsiteY375" fmla="*/ 8052245 h 15045416"/>
              <a:gd name="connsiteX376" fmla="*/ 14619573 w 17282147"/>
              <a:gd name="connsiteY376" fmla="*/ 8052245 h 15045416"/>
              <a:gd name="connsiteX377" fmla="*/ 14319491 w 17282147"/>
              <a:gd name="connsiteY377" fmla="*/ 7452084 h 15045416"/>
              <a:gd name="connsiteX378" fmla="*/ 428093 w 17282147"/>
              <a:gd name="connsiteY378" fmla="*/ 6339847 h 15045416"/>
              <a:gd name="connsiteX379" fmla="*/ 1351929 w 17282147"/>
              <a:gd name="connsiteY379" fmla="*/ 6339847 h 15045416"/>
              <a:gd name="connsiteX380" fmla="*/ 1652011 w 17282147"/>
              <a:gd name="connsiteY380" fmla="*/ 6940011 h 15045416"/>
              <a:gd name="connsiteX381" fmla="*/ 1351929 w 17282147"/>
              <a:gd name="connsiteY381" fmla="*/ 7540170 h 15045416"/>
              <a:gd name="connsiteX382" fmla="*/ 428093 w 17282147"/>
              <a:gd name="connsiteY382" fmla="*/ 7540170 h 15045416"/>
              <a:gd name="connsiteX383" fmla="*/ 128010 w 17282147"/>
              <a:gd name="connsiteY383" fmla="*/ 6940011 h 15045416"/>
              <a:gd name="connsiteX384" fmla="*/ 2982317 w 17282147"/>
              <a:gd name="connsiteY384" fmla="*/ 6321559 h 15045416"/>
              <a:gd name="connsiteX385" fmla="*/ 3906153 w 17282147"/>
              <a:gd name="connsiteY385" fmla="*/ 6321559 h 15045416"/>
              <a:gd name="connsiteX386" fmla="*/ 4206235 w 17282147"/>
              <a:gd name="connsiteY386" fmla="*/ 6921724 h 15045416"/>
              <a:gd name="connsiteX387" fmla="*/ 3906153 w 17282147"/>
              <a:gd name="connsiteY387" fmla="*/ 7521888 h 15045416"/>
              <a:gd name="connsiteX388" fmla="*/ 2982317 w 17282147"/>
              <a:gd name="connsiteY388" fmla="*/ 7521888 h 15045416"/>
              <a:gd name="connsiteX389" fmla="*/ 2682236 w 17282147"/>
              <a:gd name="connsiteY389" fmla="*/ 6921724 h 15045416"/>
              <a:gd name="connsiteX390" fmla="*/ 10709147 w 17282147"/>
              <a:gd name="connsiteY390" fmla="*/ 6294777 h 15045416"/>
              <a:gd name="connsiteX391" fmla="*/ 11632983 w 17282147"/>
              <a:gd name="connsiteY391" fmla="*/ 6294777 h 15045416"/>
              <a:gd name="connsiteX392" fmla="*/ 11933065 w 17282147"/>
              <a:gd name="connsiteY392" fmla="*/ 6894942 h 15045416"/>
              <a:gd name="connsiteX393" fmla="*/ 11632983 w 17282147"/>
              <a:gd name="connsiteY393" fmla="*/ 7495103 h 15045416"/>
              <a:gd name="connsiteX394" fmla="*/ 10709147 w 17282147"/>
              <a:gd name="connsiteY394" fmla="*/ 7495103 h 15045416"/>
              <a:gd name="connsiteX395" fmla="*/ 10409066 w 17282147"/>
              <a:gd name="connsiteY395" fmla="*/ 6894942 h 15045416"/>
              <a:gd name="connsiteX396" fmla="*/ 5591398 w 17282147"/>
              <a:gd name="connsiteY396" fmla="*/ 6292649 h 15045416"/>
              <a:gd name="connsiteX397" fmla="*/ 6515234 w 17282147"/>
              <a:gd name="connsiteY397" fmla="*/ 6292649 h 15045416"/>
              <a:gd name="connsiteX398" fmla="*/ 6815317 w 17282147"/>
              <a:gd name="connsiteY398" fmla="*/ 6892814 h 15045416"/>
              <a:gd name="connsiteX399" fmla="*/ 6515234 w 17282147"/>
              <a:gd name="connsiteY399" fmla="*/ 7492977 h 15045416"/>
              <a:gd name="connsiteX400" fmla="*/ 5591398 w 17282147"/>
              <a:gd name="connsiteY400" fmla="*/ 7492977 h 15045416"/>
              <a:gd name="connsiteX401" fmla="*/ 5291316 w 17282147"/>
              <a:gd name="connsiteY401" fmla="*/ 6892814 h 15045416"/>
              <a:gd name="connsiteX402" fmla="*/ 8145624 w 17282147"/>
              <a:gd name="connsiteY402" fmla="*/ 6274362 h 15045416"/>
              <a:gd name="connsiteX403" fmla="*/ 9069457 w 17282147"/>
              <a:gd name="connsiteY403" fmla="*/ 6274362 h 15045416"/>
              <a:gd name="connsiteX404" fmla="*/ 9369539 w 17282147"/>
              <a:gd name="connsiteY404" fmla="*/ 6874527 h 15045416"/>
              <a:gd name="connsiteX405" fmla="*/ 9069457 w 17282147"/>
              <a:gd name="connsiteY405" fmla="*/ 7474689 h 15045416"/>
              <a:gd name="connsiteX406" fmla="*/ 8145624 w 17282147"/>
              <a:gd name="connsiteY406" fmla="*/ 7474689 h 15045416"/>
              <a:gd name="connsiteX407" fmla="*/ 7845541 w 17282147"/>
              <a:gd name="connsiteY407" fmla="*/ 6874527 h 15045416"/>
              <a:gd name="connsiteX408" fmla="*/ 13284549 w 17282147"/>
              <a:gd name="connsiteY408" fmla="*/ 6225105 h 15045416"/>
              <a:gd name="connsiteX409" fmla="*/ 14208385 w 17282147"/>
              <a:gd name="connsiteY409" fmla="*/ 6225105 h 15045416"/>
              <a:gd name="connsiteX410" fmla="*/ 14508467 w 17282147"/>
              <a:gd name="connsiteY410" fmla="*/ 6825270 h 15045416"/>
              <a:gd name="connsiteX411" fmla="*/ 14208385 w 17282147"/>
              <a:gd name="connsiteY411" fmla="*/ 7425432 h 15045416"/>
              <a:gd name="connsiteX412" fmla="*/ 13284549 w 17282147"/>
              <a:gd name="connsiteY412" fmla="*/ 7425432 h 15045416"/>
              <a:gd name="connsiteX413" fmla="*/ 12984467 w 17282147"/>
              <a:gd name="connsiteY413" fmla="*/ 6825270 h 15045416"/>
              <a:gd name="connsiteX414" fmla="*/ 15850965 w 17282147"/>
              <a:gd name="connsiteY414" fmla="*/ 6219009 h 15045416"/>
              <a:gd name="connsiteX415" fmla="*/ 16774801 w 17282147"/>
              <a:gd name="connsiteY415" fmla="*/ 6219009 h 15045416"/>
              <a:gd name="connsiteX416" fmla="*/ 17074883 w 17282147"/>
              <a:gd name="connsiteY416" fmla="*/ 6819174 h 15045416"/>
              <a:gd name="connsiteX417" fmla="*/ 16774801 w 17282147"/>
              <a:gd name="connsiteY417" fmla="*/ 7419333 h 15045416"/>
              <a:gd name="connsiteX418" fmla="*/ 15850965 w 17282147"/>
              <a:gd name="connsiteY418" fmla="*/ 7419333 h 15045416"/>
              <a:gd name="connsiteX419" fmla="*/ 15550883 w 17282147"/>
              <a:gd name="connsiteY419" fmla="*/ 6819174 h 15045416"/>
              <a:gd name="connsiteX420" fmla="*/ 1714354 w 17282147"/>
              <a:gd name="connsiteY420" fmla="*/ 5688649 h 15045416"/>
              <a:gd name="connsiteX421" fmla="*/ 2638189 w 17282147"/>
              <a:gd name="connsiteY421" fmla="*/ 5688649 h 15045416"/>
              <a:gd name="connsiteX422" fmla="*/ 2938271 w 17282147"/>
              <a:gd name="connsiteY422" fmla="*/ 6288814 h 15045416"/>
              <a:gd name="connsiteX423" fmla="*/ 2638189 w 17282147"/>
              <a:gd name="connsiteY423" fmla="*/ 6888978 h 15045416"/>
              <a:gd name="connsiteX424" fmla="*/ 1714354 w 17282147"/>
              <a:gd name="connsiteY424" fmla="*/ 6888978 h 15045416"/>
              <a:gd name="connsiteX425" fmla="*/ 1414272 w 17282147"/>
              <a:gd name="connsiteY425" fmla="*/ 6288814 h 15045416"/>
              <a:gd name="connsiteX426" fmla="*/ 4280766 w 17282147"/>
              <a:gd name="connsiteY426" fmla="*/ 5682551 h 15045416"/>
              <a:gd name="connsiteX427" fmla="*/ 5204603 w 17282147"/>
              <a:gd name="connsiteY427" fmla="*/ 5682551 h 15045416"/>
              <a:gd name="connsiteX428" fmla="*/ 5504686 w 17282147"/>
              <a:gd name="connsiteY428" fmla="*/ 6282716 h 15045416"/>
              <a:gd name="connsiteX429" fmla="*/ 5204603 w 17282147"/>
              <a:gd name="connsiteY429" fmla="*/ 6882880 h 15045416"/>
              <a:gd name="connsiteX430" fmla="*/ 4280766 w 17282147"/>
              <a:gd name="connsiteY430" fmla="*/ 6882880 h 15045416"/>
              <a:gd name="connsiteX431" fmla="*/ 3980684 w 17282147"/>
              <a:gd name="connsiteY431" fmla="*/ 6282716 h 15045416"/>
              <a:gd name="connsiteX432" fmla="*/ 6871558 w 17282147"/>
              <a:gd name="connsiteY432" fmla="*/ 5655326 h 15045416"/>
              <a:gd name="connsiteX433" fmla="*/ 7795394 w 17282147"/>
              <a:gd name="connsiteY433" fmla="*/ 5655326 h 15045416"/>
              <a:gd name="connsiteX434" fmla="*/ 8095475 w 17282147"/>
              <a:gd name="connsiteY434" fmla="*/ 6255491 h 15045416"/>
              <a:gd name="connsiteX435" fmla="*/ 7795394 w 17282147"/>
              <a:gd name="connsiteY435" fmla="*/ 6855655 h 15045416"/>
              <a:gd name="connsiteX436" fmla="*/ 6871558 w 17282147"/>
              <a:gd name="connsiteY436" fmla="*/ 6855655 h 15045416"/>
              <a:gd name="connsiteX437" fmla="*/ 6571476 w 17282147"/>
              <a:gd name="connsiteY437" fmla="*/ 6255491 h 15045416"/>
              <a:gd name="connsiteX438" fmla="*/ 9425781 w 17282147"/>
              <a:gd name="connsiteY438" fmla="*/ 5637039 h 15045416"/>
              <a:gd name="connsiteX439" fmla="*/ 10349617 w 17282147"/>
              <a:gd name="connsiteY439" fmla="*/ 5637039 h 15045416"/>
              <a:gd name="connsiteX440" fmla="*/ 10649699 w 17282147"/>
              <a:gd name="connsiteY440" fmla="*/ 6237203 h 15045416"/>
              <a:gd name="connsiteX441" fmla="*/ 10349617 w 17282147"/>
              <a:gd name="connsiteY441" fmla="*/ 6837368 h 15045416"/>
              <a:gd name="connsiteX442" fmla="*/ 9425781 w 17282147"/>
              <a:gd name="connsiteY442" fmla="*/ 6837368 h 15045416"/>
              <a:gd name="connsiteX443" fmla="*/ 9125699 w 17282147"/>
              <a:gd name="connsiteY443" fmla="*/ 6237203 h 15045416"/>
              <a:gd name="connsiteX444" fmla="*/ 12004389 w 17282147"/>
              <a:gd name="connsiteY444" fmla="*/ 5609914 h 15045416"/>
              <a:gd name="connsiteX445" fmla="*/ 12928225 w 17282147"/>
              <a:gd name="connsiteY445" fmla="*/ 5609914 h 15045416"/>
              <a:gd name="connsiteX446" fmla="*/ 13228307 w 17282147"/>
              <a:gd name="connsiteY446" fmla="*/ 6210080 h 15045416"/>
              <a:gd name="connsiteX447" fmla="*/ 12928225 w 17282147"/>
              <a:gd name="connsiteY447" fmla="*/ 6810243 h 15045416"/>
              <a:gd name="connsiteX448" fmla="*/ 12004389 w 17282147"/>
              <a:gd name="connsiteY448" fmla="*/ 6810243 h 15045416"/>
              <a:gd name="connsiteX449" fmla="*/ 11704307 w 17282147"/>
              <a:gd name="connsiteY449" fmla="*/ 6210080 h 15045416"/>
              <a:gd name="connsiteX450" fmla="*/ 14570805 w 17282147"/>
              <a:gd name="connsiteY450" fmla="*/ 5603818 h 15045416"/>
              <a:gd name="connsiteX451" fmla="*/ 15494641 w 17282147"/>
              <a:gd name="connsiteY451" fmla="*/ 5603818 h 15045416"/>
              <a:gd name="connsiteX452" fmla="*/ 15794723 w 17282147"/>
              <a:gd name="connsiteY452" fmla="*/ 6203983 h 15045416"/>
              <a:gd name="connsiteX453" fmla="*/ 15494641 w 17282147"/>
              <a:gd name="connsiteY453" fmla="*/ 6804147 h 15045416"/>
              <a:gd name="connsiteX454" fmla="*/ 14570805 w 17282147"/>
              <a:gd name="connsiteY454" fmla="*/ 6804147 h 15045416"/>
              <a:gd name="connsiteX455" fmla="*/ 14270723 w 17282147"/>
              <a:gd name="connsiteY455" fmla="*/ 6203983 h 15045416"/>
              <a:gd name="connsiteX456" fmla="*/ 434194 w 17282147"/>
              <a:gd name="connsiteY456" fmla="*/ 5073457 h 15045416"/>
              <a:gd name="connsiteX457" fmla="*/ 1358029 w 17282147"/>
              <a:gd name="connsiteY457" fmla="*/ 5073457 h 15045416"/>
              <a:gd name="connsiteX458" fmla="*/ 1658111 w 17282147"/>
              <a:gd name="connsiteY458" fmla="*/ 5673622 h 15045416"/>
              <a:gd name="connsiteX459" fmla="*/ 1358029 w 17282147"/>
              <a:gd name="connsiteY459" fmla="*/ 6273786 h 15045416"/>
              <a:gd name="connsiteX460" fmla="*/ 434194 w 17282147"/>
              <a:gd name="connsiteY460" fmla="*/ 6273786 h 15045416"/>
              <a:gd name="connsiteX461" fmla="*/ 134110 w 17282147"/>
              <a:gd name="connsiteY461" fmla="*/ 5673622 h 15045416"/>
              <a:gd name="connsiteX462" fmla="*/ 3000606 w 17282147"/>
              <a:gd name="connsiteY462" fmla="*/ 5067360 h 15045416"/>
              <a:gd name="connsiteX463" fmla="*/ 3924442 w 17282147"/>
              <a:gd name="connsiteY463" fmla="*/ 5067360 h 15045416"/>
              <a:gd name="connsiteX464" fmla="*/ 4224524 w 17282147"/>
              <a:gd name="connsiteY464" fmla="*/ 5667525 h 15045416"/>
              <a:gd name="connsiteX465" fmla="*/ 3924442 w 17282147"/>
              <a:gd name="connsiteY465" fmla="*/ 6267689 h 15045416"/>
              <a:gd name="connsiteX466" fmla="*/ 3000606 w 17282147"/>
              <a:gd name="connsiteY466" fmla="*/ 6267689 h 15045416"/>
              <a:gd name="connsiteX467" fmla="*/ 2700524 w 17282147"/>
              <a:gd name="connsiteY467" fmla="*/ 5667525 h 15045416"/>
              <a:gd name="connsiteX468" fmla="*/ 10684763 w 17282147"/>
              <a:gd name="connsiteY468" fmla="*/ 5035721 h 15045416"/>
              <a:gd name="connsiteX469" fmla="*/ 11608599 w 17282147"/>
              <a:gd name="connsiteY469" fmla="*/ 5035721 h 15045416"/>
              <a:gd name="connsiteX470" fmla="*/ 11908681 w 17282147"/>
              <a:gd name="connsiteY470" fmla="*/ 5635886 h 15045416"/>
              <a:gd name="connsiteX471" fmla="*/ 11608599 w 17282147"/>
              <a:gd name="connsiteY471" fmla="*/ 6236050 h 15045416"/>
              <a:gd name="connsiteX472" fmla="*/ 10684763 w 17282147"/>
              <a:gd name="connsiteY472" fmla="*/ 6236050 h 15045416"/>
              <a:gd name="connsiteX473" fmla="*/ 10384681 w 17282147"/>
              <a:gd name="connsiteY473" fmla="*/ 5635886 h 15045416"/>
              <a:gd name="connsiteX474" fmla="*/ 5548726 w 17282147"/>
              <a:gd name="connsiteY474" fmla="*/ 5035297 h 15045416"/>
              <a:gd name="connsiteX475" fmla="*/ 6472563 w 17282147"/>
              <a:gd name="connsiteY475" fmla="*/ 5035297 h 15045416"/>
              <a:gd name="connsiteX476" fmla="*/ 6772645 w 17282147"/>
              <a:gd name="connsiteY476" fmla="*/ 5635462 h 15045416"/>
              <a:gd name="connsiteX477" fmla="*/ 6472563 w 17282147"/>
              <a:gd name="connsiteY477" fmla="*/ 6235626 h 15045416"/>
              <a:gd name="connsiteX478" fmla="*/ 5548726 w 17282147"/>
              <a:gd name="connsiteY478" fmla="*/ 6235626 h 15045416"/>
              <a:gd name="connsiteX479" fmla="*/ 5248644 w 17282147"/>
              <a:gd name="connsiteY479" fmla="*/ 5635462 h 15045416"/>
              <a:gd name="connsiteX480" fmla="*/ 8102952 w 17282147"/>
              <a:gd name="connsiteY480" fmla="*/ 5017010 h 15045416"/>
              <a:gd name="connsiteX481" fmla="*/ 9026785 w 17282147"/>
              <a:gd name="connsiteY481" fmla="*/ 5017010 h 15045416"/>
              <a:gd name="connsiteX482" fmla="*/ 9326867 w 17282147"/>
              <a:gd name="connsiteY482" fmla="*/ 5617175 h 15045416"/>
              <a:gd name="connsiteX483" fmla="*/ 9026785 w 17282147"/>
              <a:gd name="connsiteY483" fmla="*/ 6217339 h 15045416"/>
              <a:gd name="connsiteX484" fmla="*/ 8102952 w 17282147"/>
              <a:gd name="connsiteY484" fmla="*/ 6217339 h 15045416"/>
              <a:gd name="connsiteX485" fmla="*/ 7802869 w 17282147"/>
              <a:gd name="connsiteY485" fmla="*/ 5617175 h 15045416"/>
              <a:gd name="connsiteX486" fmla="*/ 13284549 w 17282147"/>
              <a:gd name="connsiteY486" fmla="*/ 4972592 h 15045416"/>
              <a:gd name="connsiteX487" fmla="*/ 14208385 w 17282147"/>
              <a:gd name="connsiteY487" fmla="*/ 4972592 h 15045416"/>
              <a:gd name="connsiteX488" fmla="*/ 14508467 w 17282147"/>
              <a:gd name="connsiteY488" fmla="*/ 5572757 h 15045416"/>
              <a:gd name="connsiteX489" fmla="*/ 14208385 w 17282147"/>
              <a:gd name="connsiteY489" fmla="*/ 6172920 h 15045416"/>
              <a:gd name="connsiteX490" fmla="*/ 13284549 w 17282147"/>
              <a:gd name="connsiteY490" fmla="*/ 6172920 h 15045416"/>
              <a:gd name="connsiteX491" fmla="*/ 12984467 w 17282147"/>
              <a:gd name="connsiteY491" fmla="*/ 5572757 h 15045416"/>
              <a:gd name="connsiteX492" fmla="*/ 15850965 w 17282147"/>
              <a:gd name="connsiteY492" fmla="*/ 4966496 h 15045416"/>
              <a:gd name="connsiteX493" fmla="*/ 16774801 w 17282147"/>
              <a:gd name="connsiteY493" fmla="*/ 4966496 h 15045416"/>
              <a:gd name="connsiteX494" fmla="*/ 17074883 w 17282147"/>
              <a:gd name="connsiteY494" fmla="*/ 5566660 h 15045416"/>
              <a:gd name="connsiteX495" fmla="*/ 16774801 w 17282147"/>
              <a:gd name="connsiteY495" fmla="*/ 6166824 h 15045416"/>
              <a:gd name="connsiteX496" fmla="*/ 15850965 w 17282147"/>
              <a:gd name="connsiteY496" fmla="*/ 6166824 h 15045416"/>
              <a:gd name="connsiteX497" fmla="*/ 15550883 w 17282147"/>
              <a:gd name="connsiteY497" fmla="*/ 5566660 h 15045416"/>
              <a:gd name="connsiteX498" fmla="*/ 1714353 w 17282147"/>
              <a:gd name="connsiteY498" fmla="*/ 4436135 h 15045416"/>
              <a:gd name="connsiteX499" fmla="*/ 2638188 w 17282147"/>
              <a:gd name="connsiteY499" fmla="*/ 4436135 h 15045416"/>
              <a:gd name="connsiteX500" fmla="*/ 2938270 w 17282147"/>
              <a:gd name="connsiteY500" fmla="*/ 5036299 h 15045416"/>
              <a:gd name="connsiteX501" fmla="*/ 2638188 w 17282147"/>
              <a:gd name="connsiteY501" fmla="*/ 5636464 h 15045416"/>
              <a:gd name="connsiteX502" fmla="*/ 1714353 w 17282147"/>
              <a:gd name="connsiteY502" fmla="*/ 5636464 h 15045416"/>
              <a:gd name="connsiteX503" fmla="*/ 1414271 w 17282147"/>
              <a:gd name="connsiteY503" fmla="*/ 5036299 h 15045416"/>
              <a:gd name="connsiteX504" fmla="*/ 4280765 w 17282147"/>
              <a:gd name="connsiteY504" fmla="*/ 4430037 h 15045416"/>
              <a:gd name="connsiteX505" fmla="*/ 5204602 w 17282147"/>
              <a:gd name="connsiteY505" fmla="*/ 4430037 h 15045416"/>
              <a:gd name="connsiteX506" fmla="*/ 5504685 w 17282147"/>
              <a:gd name="connsiteY506" fmla="*/ 5030202 h 15045416"/>
              <a:gd name="connsiteX507" fmla="*/ 5204602 w 17282147"/>
              <a:gd name="connsiteY507" fmla="*/ 5630366 h 15045416"/>
              <a:gd name="connsiteX508" fmla="*/ 4280765 w 17282147"/>
              <a:gd name="connsiteY508" fmla="*/ 5630366 h 15045416"/>
              <a:gd name="connsiteX509" fmla="*/ 3980683 w 17282147"/>
              <a:gd name="connsiteY509" fmla="*/ 5030202 h 15045416"/>
              <a:gd name="connsiteX510" fmla="*/ 6834987 w 17282147"/>
              <a:gd name="connsiteY510" fmla="*/ 4384100 h 15045416"/>
              <a:gd name="connsiteX511" fmla="*/ 7758822 w 17282147"/>
              <a:gd name="connsiteY511" fmla="*/ 4384100 h 15045416"/>
              <a:gd name="connsiteX512" fmla="*/ 8058904 w 17282147"/>
              <a:gd name="connsiteY512" fmla="*/ 4984265 h 15045416"/>
              <a:gd name="connsiteX513" fmla="*/ 7758822 w 17282147"/>
              <a:gd name="connsiteY513" fmla="*/ 5584429 h 15045416"/>
              <a:gd name="connsiteX514" fmla="*/ 6834987 w 17282147"/>
              <a:gd name="connsiteY514" fmla="*/ 5584429 h 15045416"/>
              <a:gd name="connsiteX515" fmla="*/ 6534904 w 17282147"/>
              <a:gd name="connsiteY515" fmla="*/ 4984265 h 15045416"/>
              <a:gd name="connsiteX516" fmla="*/ 9401397 w 17282147"/>
              <a:gd name="connsiteY516" fmla="*/ 4378002 h 15045416"/>
              <a:gd name="connsiteX517" fmla="*/ 10325233 w 17282147"/>
              <a:gd name="connsiteY517" fmla="*/ 4378002 h 15045416"/>
              <a:gd name="connsiteX518" fmla="*/ 10625315 w 17282147"/>
              <a:gd name="connsiteY518" fmla="*/ 4978167 h 15045416"/>
              <a:gd name="connsiteX519" fmla="*/ 10325233 w 17282147"/>
              <a:gd name="connsiteY519" fmla="*/ 5578331 h 15045416"/>
              <a:gd name="connsiteX520" fmla="*/ 9401397 w 17282147"/>
              <a:gd name="connsiteY520" fmla="*/ 5578331 h 15045416"/>
              <a:gd name="connsiteX521" fmla="*/ 9101315 w 17282147"/>
              <a:gd name="connsiteY521" fmla="*/ 4978167 h 15045416"/>
              <a:gd name="connsiteX522" fmla="*/ 11961717 w 17282147"/>
              <a:gd name="connsiteY522" fmla="*/ 4352564 h 15045416"/>
              <a:gd name="connsiteX523" fmla="*/ 12885553 w 17282147"/>
              <a:gd name="connsiteY523" fmla="*/ 4352564 h 15045416"/>
              <a:gd name="connsiteX524" fmla="*/ 13185635 w 17282147"/>
              <a:gd name="connsiteY524" fmla="*/ 4952728 h 15045416"/>
              <a:gd name="connsiteX525" fmla="*/ 12885553 w 17282147"/>
              <a:gd name="connsiteY525" fmla="*/ 5552892 h 15045416"/>
              <a:gd name="connsiteX526" fmla="*/ 11961717 w 17282147"/>
              <a:gd name="connsiteY526" fmla="*/ 5552892 h 15045416"/>
              <a:gd name="connsiteX527" fmla="*/ 11661635 w 17282147"/>
              <a:gd name="connsiteY527" fmla="*/ 4952728 h 15045416"/>
              <a:gd name="connsiteX528" fmla="*/ 14528133 w 17282147"/>
              <a:gd name="connsiteY528" fmla="*/ 4346468 h 15045416"/>
              <a:gd name="connsiteX529" fmla="*/ 15451969 w 17282147"/>
              <a:gd name="connsiteY529" fmla="*/ 4346468 h 15045416"/>
              <a:gd name="connsiteX530" fmla="*/ 15752051 w 17282147"/>
              <a:gd name="connsiteY530" fmla="*/ 4946632 h 15045416"/>
              <a:gd name="connsiteX531" fmla="*/ 15451969 w 17282147"/>
              <a:gd name="connsiteY531" fmla="*/ 5546795 h 15045416"/>
              <a:gd name="connsiteX532" fmla="*/ 14528133 w 17282147"/>
              <a:gd name="connsiteY532" fmla="*/ 5546795 h 15045416"/>
              <a:gd name="connsiteX533" fmla="*/ 14228051 w 17282147"/>
              <a:gd name="connsiteY533" fmla="*/ 4946632 h 15045416"/>
              <a:gd name="connsiteX534" fmla="*/ 391522 w 17282147"/>
              <a:gd name="connsiteY534" fmla="*/ 3816106 h 15045416"/>
              <a:gd name="connsiteX535" fmla="*/ 1315357 w 17282147"/>
              <a:gd name="connsiteY535" fmla="*/ 3816106 h 15045416"/>
              <a:gd name="connsiteX536" fmla="*/ 1615439 w 17282147"/>
              <a:gd name="connsiteY536" fmla="*/ 4416271 h 15045416"/>
              <a:gd name="connsiteX537" fmla="*/ 1315357 w 17282147"/>
              <a:gd name="connsiteY537" fmla="*/ 5016435 h 15045416"/>
              <a:gd name="connsiteX538" fmla="*/ 391522 w 17282147"/>
              <a:gd name="connsiteY538" fmla="*/ 5016435 h 15045416"/>
              <a:gd name="connsiteX539" fmla="*/ 91439 w 17282147"/>
              <a:gd name="connsiteY539" fmla="*/ 4416271 h 15045416"/>
              <a:gd name="connsiteX540" fmla="*/ 2957934 w 17282147"/>
              <a:gd name="connsiteY540" fmla="*/ 3810008 h 15045416"/>
              <a:gd name="connsiteX541" fmla="*/ 3881770 w 17282147"/>
              <a:gd name="connsiteY541" fmla="*/ 3810008 h 15045416"/>
              <a:gd name="connsiteX542" fmla="*/ 4181852 w 17282147"/>
              <a:gd name="connsiteY542" fmla="*/ 4410173 h 15045416"/>
              <a:gd name="connsiteX543" fmla="*/ 3881770 w 17282147"/>
              <a:gd name="connsiteY543" fmla="*/ 5010338 h 15045416"/>
              <a:gd name="connsiteX544" fmla="*/ 2957934 w 17282147"/>
              <a:gd name="connsiteY544" fmla="*/ 5010338 h 15045416"/>
              <a:gd name="connsiteX545" fmla="*/ 2657853 w 17282147"/>
              <a:gd name="connsiteY545" fmla="*/ 4410173 h 15045416"/>
              <a:gd name="connsiteX546" fmla="*/ 5554826 w 17282147"/>
              <a:gd name="connsiteY546" fmla="*/ 3768908 h 15045416"/>
              <a:gd name="connsiteX547" fmla="*/ 6478662 w 17282147"/>
              <a:gd name="connsiteY547" fmla="*/ 3768908 h 15045416"/>
              <a:gd name="connsiteX548" fmla="*/ 6778745 w 17282147"/>
              <a:gd name="connsiteY548" fmla="*/ 4369073 h 15045416"/>
              <a:gd name="connsiteX549" fmla="*/ 6478662 w 17282147"/>
              <a:gd name="connsiteY549" fmla="*/ 4969237 h 15045416"/>
              <a:gd name="connsiteX550" fmla="*/ 5554826 w 17282147"/>
              <a:gd name="connsiteY550" fmla="*/ 4969237 h 15045416"/>
              <a:gd name="connsiteX551" fmla="*/ 5254744 w 17282147"/>
              <a:gd name="connsiteY551" fmla="*/ 4369073 h 15045416"/>
              <a:gd name="connsiteX552" fmla="*/ 8121239 w 17282147"/>
              <a:gd name="connsiteY552" fmla="*/ 3762810 h 15045416"/>
              <a:gd name="connsiteX553" fmla="*/ 9045073 w 17282147"/>
              <a:gd name="connsiteY553" fmla="*/ 3762810 h 15045416"/>
              <a:gd name="connsiteX554" fmla="*/ 9345155 w 17282147"/>
              <a:gd name="connsiteY554" fmla="*/ 4362975 h 15045416"/>
              <a:gd name="connsiteX555" fmla="*/ 9045073 w 17282147"/>
              <a:gd name="connsiteY555" fmla="*/ 4963139 h 15045416"/>
              <a:gd name="connsiteX556" fmla="*/ 8121239 w 17282147"/>
              <a:gd name="connsiteY556" fmla="*/ 4963139 h 15045416"/>
              <a:gd name="connsiteX557" fmla="*/ 7821157 w 17282147"/>
              <a:gd name="connsiteY557" fmla="*/ 4362975 h 15045416"/>
              <a:gd name="connsiteX558" fmla="*/ 10673535 w 17282147"/>
              <a:gd name="connsiteY558" fmla="*/ 3746494 h 15045416"/>
              <a:gd name="connsiteX559" fmla="*/ 11597371 w 17282147"/>
              <a:gd name="connsiteY559" fmla="*/ 3746494 h 15045416"/>
              <a:gd name="connsiteX560" fmla="*/ 11897453 w 17282147"/>
              <a:gd name="connsiteY560" fmla="*/ 4346659 h 15045416"/>
              <a:gd name="connsiteX561" fmla="*/ 11597371 w 17282147"/>
              <a:gd name="connsiteY561" fmla="*/ 4946823 h 15045416"/>
              <a:gd name="connsiteX562" fmla="*/ 10673535 w 17282147"/>
              <a:gd name="connsiteY562" fmla="*/ 4946823 h 15045416"/>
              <a:gd name="connsiteX563" fmla="*/ 10373453 w 17282147"/>
              <a:gd name="connsiteY563" fmla="*/ 4346659 h 15045416"/>
              <a:gd name="connsiteX564" fmla="*/ 1622915 w 17282147"/>
              <a:gd name="connsiteY564" fmla="*/ 3183194 h 15045416"/>
              <a:gd name="connsiteX565" fmla="*/ 2546750 w 17282147"/>
              <a:gd name="connsiteY565" fmla="*/ 3183194 h 15045416"/>
              <a:gd name="connsiteX566" fmla="*/ 2846832 w 17282147"/>
              <a:gd name="connsiteY566" fmla="*/ 3783359 h 15045416"/>
              <a:gd name="connsiteX567" fmla="*/ 2546750 w 17282147"/>
              <a:gd name="connsiteY567" fmla="*/ 4383523 h 15045416"/>
              <a:gd name="connsiteX568" fmla="*/ 1622915 w 17282147"/>
              <a:gd name="connsiteY568" fmla="*/ 4383523 h 15045416"/>
              <a:gd name="connsiteX569" fmla="*/ 1322833 w 17282147"/>
              <a:gd name="connsiteY569" fmla="*/ 3783359 h 15045416"/>
              <a:gd name="connsiteX570" fmla="*/ 4189327 w 17282147"/>
              <a:gd name="connsiteY570" fmla="*/ 3177096 h 15045416"/>
              <a:gd name="connsiteX571" fmla="*/ 5113164 w 17282147"/>
              <a:gd name="connsiteY571" fmla="*/ 3177096 h 15045416"/>
              <a:gd name="connsiteX572" fmla="*/ 5413246 w 17282147"/>
              <a:gd name="connsiteY572" fmla="*/ 3777261 h 15045416"/>
              <a:gd name="connsiteX573" fmla="*/ 5113164 w 17282147"/>
              <a:gd name="connsiteY573" fmla="*/ 4377425 h 15045416"/>
              <a:gd name="connsiteX574" fmla="*/ 4189327 w 17282147"/>
              <a:gd name="connsiteY574" fmla="*/ 4377425 h 15045416"/>
              <a:gd name="connsiteX575" fmla="*/ 3889245 w 17282147"/>
              <a:gd name="connsiteY575" fmla="*/ 3777261 h 15045416"/>
              <a:gd name="connsiteX576" fmla="*/ 6834986 w 17282147"/>
              <a:gd name="connsiteY576" fmla="*/ 3131585 h 15045416"/>
              <a:gd name="connsiteX577" fmla="*/ 7758821 w 17282147"/>
              <a:gd name="connsiteY577" fmla="*/ 3131585 h 15045416"/>
              <a:gd name="connsiteX578" fmla="*/ 8058904 w 17282147"/>
              <a:gd name="connsiteY578" fmla="*/ 3731750 h 15045416"/>
              <a:gd name="connsiteX579" fmla="*/ 7758821 w 17282147"/>
              <a:gd name="connsiteY579" fmla="*/ 4331914 h 15045416"/>
              <a:gd name="connsiteX580" fmla="*/ 6834986 w 17282147"/>
              <a:gd name="connsiteY580" fmla="*/ 4331914 h 15045416"/>
              <a:gd name="connsiteX581" fmla="*/ 6534904 w 17282147"/>
              <a:gd name="connsiteY581" fmla="*/ 3731750 h 15045416"/>
              <a:gd name="connsiteX582" fmla="*/ 342755 w 17282147"/>
              <a:gd name="connsiteY582" fmla="*/ 2567998 h 15045416"/>
              <a:gd name="connsiteX583" fmla="*/ 1266590 w 17282147"/>
              <a:gd name="connsiteY583" fmla="*/ 2567998 h 15045416"/>
              <a:gd name="connsiteX584" fmla="*/ 1566672 w 17282147"/>
              <a:gd name="connsiteY584" fmla="*/ 3168168 h 15045416"/>
              <a:gd name="connsiteX585" fmla="*/ 1266590 w 17282147"/>
              <a:gd name="connsiteY585" fmla="*/ 3768332 h 15045416"/>
              <a:gd name="connsiteX586" fmla="*/ 342755 w 17282147"/>
              <a:gd name="connsiteY586" fmla="*/ 3768332 h 15045416"/>
              <a:gd name="connsiteX587" fmla="*/ 42672 w 17282147"/>
              <a:gd name="connsiteY587" fmla="*/ 3168168 h 15045416"/>
              <a:gd name="connsiteX588" fmla="*/ 2909167 w 17282147"/>
              <a:gd name="connsiteY588" fmla="*/ 2561899 h 15045416"/>
              <a:gd name="connsiteX589" fmla="*/ 3833003 w 17282147"/>
              <a:gd name="connsiteY589" fmla="*/ 2561899 h 15045416"/>
              <a:gd name="connsiteX590" fmla="*/ 4133084 w 17282147"/>
              <a:gd name="connsiteY590" fmla="*/ 3162070 h 15045416"/>
              <a:gd name="connsiteX591" fmla="*/ 3833003 w 17282147"/>
              <a:gd name="connsiteY591" fmla="*/ 3762234 h 15045416"/>
              <a:gd name="connsiteX592" fmla="*/ 2909167 w 17282147"/>
              <a:gd name="connsiteY592" fmla="*/ 3762234 h 15045416"/>
              <a:gd name="connsiteX593" fmla="*/ 2609085 w 17282147"/>
              <a:gd name="connsiteY593" fmla="*/ 3162070 h 15045416"/>
              <a:gd name="connsiteX594" fmla="*/ 10593323 w 17282147"/>
              <a:gd name="connsiteY594" fmla="*/ 2530265 h 15045416"/>
              <a:gd name="connsiteX595" fmla="*/ 11517159 w 17282147"/>
              <a:gd name="connsiteY595" fmla="*/ 2530265 h 15045416"/>
              <a:gd name="connsiteX596" fmla="*/ 11817241 w 17282147"/>
              <a:gd name="connsiteY596" fmla="*/ 3130431 h 15045416"/>
              <a:gd name="connsiteX597" fmla="*/ 11517159 w 17282147"/>
              <a:gd name="connsiteY597" fmla="*/ 3730595 h 15045416"/>
              <a:gd name="connsiteX598" fmla="*/ 10593323 w 17282147"/>
              <a:gd name="connsiteY598" fmla="*/ 3730595 h 15045416"/>
              <a:gd name="connsiteX599" fmla="*/ 10293241 w 17282147"/>
              <a:gd name="connsiteY599" fmla="*/ 3130431 h 15045416"/>
              <a:gd name="connsiteX600" fmla="*/ 5512154 w 17282147"/>
              <a:gd name="connsiteY600" fmla="*/ 2511556 h 15045416"/>
              <a:gd name="connsiteX601" fmla="*/ 6435990 w 17282147"/>
              <a:gd name="connsiteY601" fmla="*/ 2511556 h 15045416"/>
              <a:gd name="connsiteX602" fmla="*/ 6736073 w 17282147"/>
              <a:gd name="connsiteY602" fmla="*/ 3111721 h 15045416"/>
              <a:gd name="connsiteX603" fmla="*/ 6435990 w 17282147"/>
              <a:gd name="connsiteY603" fmla="*/ 3711885 h 15045416"/>
              <a:gd name="connsiteX604" fmla="*/ 5512154 w 17282147"/>
              <a:gd name="connsiteY604" fmla="*/ 3711885 h 15045416"/>
              <a:gd name="connsiteX605" fmla="*/ 5212072 w 17282147"/>
              <a:gd name="connsiteY605" fmla="*/ 3111721 h 15045416"/>
              <a:gd name="connsiteX606" fmla="*/ 8078567 w 17282147"/>
              <a:gd name="connsiteY606" fmla="*/ 2505457 h 15045416"/>
              <a:gd name="connsiteX607" fmla="*/ 9002401 w 17282147"/>
              <a:gd name="connsiteY607" fmla="*/ 2505457 h 15045416"/>
              <a:gd name="connsiteX608" fmla="*/ 9302483 w 17282147"/>
              <a:gd name="connsiteY608" fmla="*/ 3105624 h 15045416"/>
              <a:gd name="connsiteX609" fmla="*/ 9002401 w 17282147"/>
              <a:gd name="connsiteY609" fmla="*/ 3705788 h 15045416"/>
              <a:gd name="connsiteX610" fmla="*/ 8078567 w 17282147"/>
              <a:gd name="connsiteY610" fmla="*/ 3705788 h 15045416"/>
              <a:gd name="connsiteX611" fmla="*/ 7778486 w 17282147"/>
              <a:gd name="connsiteY611" fmla="*/ 3105624 h 15045416"/>
              <a:gd name="connsiteX612" fmla="*/ 1622914 w 17282147"/>
              <a:gd name="connsiteY612" fmla="*/ 1930675 h 15045416"/>
              <a:gd name="connsiteX613" fmla="*/ 2546749 w 17282147"/>
              <a:gd name="connsiteY613" fmla="*/ 1930675 h 15045416"/>
              <a:gd name="connsiteX614" fmla="*/ 2846831 w 17282147"/>
              <a:gd name="connsiteY614" fmla="*/ 2530843 h 15045416"/>
              <a:gd name="connsiteX615" fmla="*/ 2546749 w 17282147"/>
              <a:gd name="connsiteY615" fmla="*/ 3131008 h 15045416"/>
              <a:gd name="connsiteX616" fmla="*/ 1622914 w 17282147"/>
              <a:gd name="connsiteY616" fmla="*/ 3131008 h 15045416"/>
              <a:gd name="connsiteX617" fmla="*/ 1322832 w 17282147"/>
              <a:gd name="connsiteY617" fmla="*/ 2530843 h 15045416"/>
              <a:gd name="connsiteX618" fmla="*/ 4189326 w 17282147"/>
              <a:gd name="connsiteY618" fmla="*/ 1924578 h 15045416"/>
              <a:gd name="connsiteX619" fmla="*/ 5113163 w 17282147"/>
              <a:gd name="connsiteY619" fmla="*/ 1924578 h 15045416"/>
              <a:gd name="connsiteX620" fmla="*/ 5413245 w 17282147"/>
              <a:gd name="connsiteY620" fmla="*/ 2524744 h 15045416"/>
              <a:gd name="connsiteX621" fmla="*/ 5113163 w 17282147"/>
              <a:gd name="connsiteY621" fmla="*/ 3124911 h 15045416"/>
              <a:gd name="connsiteX622" fmla="*/ 4189326 w 17282147"/>
              <a:gd name="connsiteY622" fmla="*/ 3124911 h 15045416"/>
              <a:gd name="connsiteX623" fmla="*/ 3889244 w 17282147"/>
              <a:gd name="connsiteY623" fmla="*/ 2524744 h 15045416"/>
              <a:gd name="connsiteX624" fmla="*/ 6743548 w 17282147"/>
              <a:gd name="connsiteY624" fmla="*/ 1878644 h 15045416"/>
              <a:gd name="connsiteX625" fmla="*/ 7667384 w 17282147"/>
              <a:gd name="connsiteY625" fmla="*/ 1878644 h 15045416"/>
              <a:gd name="connsiteX626" fmla="*/ 7967465 w 17282147"/>
              <a:gd name="connsiteY626" fmla="*/ 2478810 h 15045416"/>
              <a:gd name="connsiteX627" fmla="*/ 7667384 w 17282147"/>
              <a:gd name="connsiteY627" fmla="*/ 3078974 h 15045416"/>
              <a:gd name="connsiteX628" fmla="*/ 6743548 w 17282147"/>
              <a:gd name="connsiteY628" fmla="*/ 3078974 h 15045416"/>
              <a:gd name="connsiteX629" fmla="*/ 6443465 w 17282147"/>
              <a:gd name="connsiteY629" fmla="*/ 2478810 h 15045416"/>
              <a:gd name="connsiteX630" fmla="*/ 9309957 w 17282147"/>
              <a:gd name="connsiteY630" fmla="*/ 1872545 h 15045416"/>
              <a:gd name="connsiteX631" fmla="*/ 10233793 w 17282147"/>
              <a:gd name="connsiteY631" fmla="*/ 1872545 h 15045416"/>
              <a:gd name="connsiteX632" fmla="*/ 10533875 w 17282147"/>
              <a:gd name="connsiteY632" fmla="*/ 2472709 h 15045416"/>
              <a:gd name="connsiteX633" fmla="*/ 10233793 w 17282147"/>
              <a:gd name="connsiteY633" fmla="*/ 3072876 h 15045416"/>
              <a:gd name="connsiteX634" fmla="*/ 9309957 w 17282147"/>
              <a:gd name="connsiteY634" fmla="*/ 3072876 h 15045416"/>
              <a:gd name="connsiteX635" fmla="*/ 9009875 w 17282147"/>
              <a:gd name="connsiteY635" fmla="*/ 2472709 h 15045416"/>
              <a:gd name="connsiteX636" fmla="*/ 300083 w 17282147"/>
              <a:gd name="connsiteY636" fmla="*/ 1310645 h 15045416"/>
              <a:gd name="connsiteX637" fmla="*/ 1223919 w 17282147"/>
              <a:gd name="connsiteY637" fmla="*/ 1310645 h 15045416"/>
              <a:gd name="connsiteX638" fmla="*/ 1524001 w 17282147"/>
              <a:gd name="connsiteY638" fmla="*/ 1910813 h 15045416"/>
              <a:gd name="connsiteX639" fmla="*/ 1223919 w 17282147"/>
              <a:gd name="connsiteY639" fmla="*/ 2510976 h 15045416"/>
              <a:gd name="connsiteX640" fmla="*/ 300083 w 17282147"/>
              <a:gd name="connsiteY640" fmla="*/ 2510976 h 15045416"/>
              <a:gd name="connsiteX641" fmla="*/ 0 w 17282147"/>
              <a:gd name="connsiteY641" fmla="*/ 1910813 h 15045416"/>
              <a:gd name="connsiteX642" fmla="*/ 2866495 w 17282147"/>
              <a:gd name="connsiteY642" fmla="*/ 1304550 h 15045416"/>
              <a:gd name="connsiteX643" fmla="*/ 3790331 w 17282147"/>
              <a:gd name="connsiteY643" fmla="*/ 1304550 h 15045416"/>
              <a:gd name="connsiteX644" fmla="*/ 4090413 w 17282147"/>
              <a:gd name="connsiteY644" fmla="*/ 1904718 h 15045416"/>
              <a:gd name="connsiteX645" fmla="*/ 3790331 w 17282147"/>
              <a:gd name="connsiteY645" fmla="*/ 2504880 h 15045416"/>
              <a:gd name="connsiteX646" fmla="*/ 2866495 w 17282147"/>
              <a:gd name="connsiteY646" fmla="*/ 2504880 h 15045416"/>
              <a:gd name="connsiteX647" fmla="*/ 2566414 w 17282147"/>
              <a:gd name="connsiteY647" fmla="*/ 1904718 h 15045416"/>
              <a:gd name="connsiteX648" fmla="*/ 10593323 w 17282147"/>
              <a:gd name="connsiteY648" fmla="*/ 1277751 h 15045416"/>
              <a:gd name="connsiteX649" fmla="*/ 11517159 w 17282147"/>
              <a:gd name="connsiteY649" fmla="*/ 1277751 h 15045416"/>
              <a:gd name="connsiteX650" fmla="*/ 11817241 w 17282147"/>
              <a:gd name="connsiteY650" fmla="*/ 1877916 h 15045416"/>
              <a:gd name="connsiteX651" fmla="*/ 11517159 w 17282147"/>
              <a:gd name="connsiteY651" fmla="*/ 2478080 h 15045416"/>
              <a:gd name="connsiteX652" fmla="*/ 10593323 w 17282147"/>
              <a:gd name="connsiteY652" fmla="*/ 2478080 h 15045416"/>
              <a:gd name="connsiteX653" fmla="*/ 10293241 w 17282147"/>
              <a:gd name="connsiteY653" fmla="*/ 1877916 h 15045416"/>
              <a:gd name="connsiteX654" fmla="*/ 5463387 w 17282147"/>
              <a:gd name="connsiteY654" fmla="*/ 1263453 h 15045416"/>
              <a:gd name="connsiteX655" fmla="*/ 6387223 w 17282147"/>
              <a:gd name="connsiteY655" fmla="*/ 1263453 h 15045416"/>
              <a:gd name="connsiteX656" fmla="*/ 6687305 w 17282147"/>
              <a:gd name="connsiteY656" fmla="*/ 1863619 h 15045416"/>
              <a:gd name="connsiteX657" fmla="*/ 6387223 w 17282147"/>
              <a:gd name="connsiteY657" fmla="*/ 2463780 h 15045416"/>
              <a:gd name="connsiteX658" fmla="*/ 5463387 w 17282147"/>
              <a:gd name="connsiteY658" fmla="*/ 2463780 h 15045416"/>
              <a:gd name="connsiteX659" fmla="*/ 5163305 w 17282147"/>
              <a:gd name="connsiteY659" fmla="*/ 1863619 h 15045416"/>
              <a:gd name="connsiteX660" fmla="*/ 8029801 w 17282147"/>
              <a:gd name="connsiteY660" fmla="*/ 1257354 h 15045416"/>
              <a:gd name="connsiteX661" fmla="*/ 8953633 w 17282147"/>
              <a:gd name="connsiteY661" fmla="*/ 1257354 h 15045416"/>
              <a:gd name="connsiteX662" fmla="*/ 9253715 w 17282147"/>
              <a:gd name="connsiteY662" fmla="*/ 1857520 h 15045416"/>
              <a:gd name="connsiteX663" fmla="*/ 8953633 w 17282147"/>
              <a:gd name="connsiteY663" fmla="*/ 2457681 h 15045416"/>
              <a:gd name="connsiteX664" fmla="*/ 8029801 w 17282147"/>
              <a:gd name="connsiteY664" fmla="*/ 2457681 h 15045416"/>
              <a:gd name="connsiteX665" fmla="*/ 7729719 w 17282147"/>
              <a:gd name="connsiteY665" fmla="*/ 1857520 h 15045416"/>
              <a:gd name="connsiteX666" fmla="*/ 6743547 w 17282147"/>
              <a:gd name="connsiteY666" fmla="*/ 626125 h 15045416"/>
              <a:gd name="connsiteX667" fmla="*/ 7667384 w 17282147"/>
              <a:gd name="connsiteY667" fmla="*/ 626125 h 15045416"/>
              <a:gd name="connsiteX668" fmla="*/ 7967465 w 17282147"/>
              <a:gd name="connsiteY668" fmla="*/ 1226293 h 15045416"/>
              <a:gd name="connsiteX669" fmla="*/ 7667384 w 17282147"/>
              <a:gd name="connsiteY669" fmla="*/ 1826457 h 15045416"/>
              <a:gd name="connsiteX670" fmla="*/ 6743547 w 17282147"/>
              <a:gd name="connsiteY670" fmla="*/ 1826457 h 15045416"/>
              <a:gd name="connsiteX671" fmla="*/ 6443465 w 17282147"/>
              <a:gd name="connsiteY671" fmla="*/ 1226293 h 15045416"/>
              <a:gd name="connsiteX672" fmla="*/ 9309957 w 17282147"/>
              <a:gd name="connsiteY672" fmla="*/ 620030 h 15045416"/>
              <a:gd name="connsiteX673" fmla="*/ 10233793 w 17282147"/>
              <a:gd name="connsiteY673" fmla="*/ 620030 h 15045416"/>
              <a:gd name="connsiteX674" fmla="*/ 10533875 w 17282147"/>
              <a:gd name="connsiteY674" fmla="*/ 1220197 h 15045416"/>
              <a:gd name="connsiteX675" fmla="*/ 10233793 w 17282147"/>
              <a:gd name="connsiteY675" fmla="*/ 1820358 h 15045416"/>
              <a:gd name="connsiteX676" fmla="*/ 9309957 w 17282147"/>
              <a:gd name="connsiteY676" fmla="*/ 1820358 h 15045416"/>
              <a:gd name="connsiteX677" fmla="*/ 9009875 w 17282147"/>
              <a:gd name="connsiteY677" fmla="*/ 1220197 h 15045416"/>
              <a:gd name="connsiteX678" fmla="*/ 5420715 w 17282147"/>
              <a:gd name="connsiteY678" fmla="*/ 6096 h 15045416"/>
              <a:gd name="connsiteX679" fmla="*/ 6344551 w 17282147"/>
              <a:gd name="connsiteY679" fmla="*/ 6096 h 15045416"/>
              <a:gd name="connsiteX680" fmla="*/ 6644634 w 17282147"/>
              <a:gd name="connsiteY680" fmla="*/ 606261 h 15045416"/>
              <a:gd name="connsiteX681" fmla="*/ 6344551 w 17282147"/>
              <a:gd name="connsiteY681" fmla="*/ 1206429 h 15045416"/>
              <a:gd name="connsiteX682" fmla="*/ 5420715 w 17282147"/>
              <a:gd name="connsiteY682" fmla="*/ 1206429 h 15045416"/>
              <a:gd name="connsiteX683" fmla="*/ 5120633 w 17282147"/>
              <a:gd name="connsiteY683" fmla="*/ 606261 h 15045416"/>
              <a:gd name="connsiteX684" fmla="*/ 7987130 w 17282147"/>
              <a:gd name="connsiteY684" fmla="*/ 0 h 15045416"/>
              <a:gd name="connsiteX685" fmla="*/ 8910961 w 17282147"/>
              <a:gd name="connsiteY685" fmla="*/ 0 h 15045416"/>
              <a:gd name="connsiteX686" fmla="*/ 9211043 w 17282147"/>
              <a:gd name="connsiteY686" fmla="*/ 600165 h 15045416"/>
              <a:gd name="connsiteX687" fmla="*/ 8910961 w 17282147"/>
              <a:gd name="connsiteY687" fmla="*/ 1200333 h 15045416"/>
              <a:gd name="connsiteX688" fmla="*/ 7987130 w 17282147"/>
              <a:gd name="connsiteY688" fmla="*/ 1200333 h 15045416"/>
              <a:gd name="connsiteX689" fmla="*/ 7687048 w 17282147"/>
              <a:gd name="connsiteY689" fmla="*/ 600165 h 15045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</a:cxnLst>
            <a:rect l="l" t="t" r="r" b="b"/>
            <a:pathLst>
              <a:path w="17282147" h="15045416">
                <a:moveTo>
                  <a:pt x="3201778" y="13845087"/>
                </a:moveTo>
                <a:lnTo>
                  <a:pt x="4125614" y="13845087"/>
                </a:lnTo>
                <a:lnTo>
                  <a:pt x="4425696" y="14445252"/>
                </a:lnTo>
                <a:lnTo>
                  <a:pt x="4125614" y="15045416"/>
                </a:lnTo>
                <a:lnTo>
                  <a:pt x="3201778" y="15045416"/>
                </a:lnTo>
                <a:lnTo>
                  <a:pt x="2901697" y="14445252"/>
                </a:lnTo>
                <a:close/>
                <a:moveTo>
                  <a:pt x="5780389" y="13826799"/>
                </a:moveTo>
                <a:lnTo>
                  <a:pt x="6704225" y="13826799"/>
                </a:lnTo>
                <a:lnTo>
                  <a:pt x="7004307" y="14426964"/>
                </a:lnTo>
                <a:lnTo>
                  <a:pt x="6704225" y="15027128"/>
                </a:lnTo>
                <a:lnTo>
                  <a:pt x="5780389" y="15027128"/>
                </a:lnTo>
                <a:lnTo>
                  <a:pt x="5480307" y="14426964"/>
                </a:lnTo>
                <a:close/>
                <a:moveTo>
                  <a:pt x="8371188" y="13808511"/>
                </a:moveTo>
                <a:lnTo>
                  <a:pt x="9295011" y="13808511"/>
                </a:lnTo>
                <a:lnTo>
                  <a:pt x="9595092" y="14408676"/>
                </a:lnTo>
                <a:lnTo>
                  <a:pt x="9295011" y="15008840"/>
                </a:lnTo>
                <a:lnTo>
                  <a:pt x="8371188" y="15008840"/>
                </a:lnTo>
                <a:lnTo>
                  <a:pt x="8071107" y="14408676"/>
                </a:lnTo>
                <a:close/>
                <a:moveTo>
                  <a:pt x="13504005" y="13759743"/>
                </a:moveTo>
                <a:lnTo>
                  <a:pt x="14427841" y="13759743"/>
                </a:lnTo>
                <a:lnTo>
                  <a:pt x="14727923" y="14359908"/>
                </a:lnTo>
                <a:lnTo>
                  <a:pt x="14427841" y="14960072"/>
                </a:lnTo>
                <a:lnTo>
                  <a:pt x="13504005" y="14960072"/>
                </a:lnTo>
                <a:lnTo>
                  <a:pt x="13203923" y="14359908"/>
                </a:lnTo>
                <a:close/>
                <a:moveTo>
                  <a:pt x="10925397" y="13753647"/>
                </a:moveTo>
                <a:lnTo>
                  <a:pt x="11849233" y="13753647"/>
                </a:lnTo>
                <a:lnTo>
                  <a:pt x="12149315" y="14353812"/>
                </a:lnTo>
                <a:lnTo>
                  <a:pt x="11849233" y="14953976"/>
                </a:lnTo>
                <a:lnTo>
                  <a:pt x="10925397" y="14953976"/>
                </a:lnTo>
                <a:lnTo>
                  <a:pt x="10625317" y="14353812"/>
                </a:lnTo>
                <a:close/>
                <a:moveTo>
                  <a:pt x="16058229" y="13741455"/>
                </a:moveTo>
                <a:lnTo>
                  <a:pt x="16982065" y="13741455"/>
                </a:lnTo>
                <a:lnTo>
                  <a:pt x="17282147" y="14341620"/>
                </a:lnTo>
                <a:lnTo>
                  <a:pt x="16982065" y="14941784"/>
                </a:lnTo>
                <a:lnTo>
                  <a:pt x="16058229" y="14941784"/>
                </a:lnTo>
                <a:lnTo>
                  <a:pt x="15758147" y="14341620"/>
                </a:lnTo>
                <a:close/>
                <a:moveTo>
                  <a:pt x="1921619" y="13229896"/>
                </a:moveTo>
                <a:lnTo>
                  <a:pt x="2845454" y="13229896"/>
                </a:lnTo>
                <a:lnTo>
                  <a:pt x="3145536" y="13830061"/>
                </a:lnTo>
                <a:lnTo>
                  <a:pt x="2845454" y="14430225"/>
                </a:lnTo>
                <a:lnTo>
                  <a:pt x="1921619" y="14430225"/>
                </a:lnTo>
                <a:lnTo>
                  <a:pt x="1621537" y="13830061"/>
                </a:lnTo>
                <a:close/>
                <a:moveTo>
                  <a:pt x="4500228" y="13211608"/>
                </a:moveTo>
                <a:lnTo>
                  <a:pt x="5424064" y="13211608"/>
                </a:lnTo>
                <a:lnTo>
                  <a:pt x="5724147" y="13811773"/>
                </a:lnTo>
                <a:lnTo>
                  <a:pt x="5424064" y="14411937"/>
                </a:lnTo>
                <a:lnTo>
                  <a:pt x="4500228" y="14411937"/>
                </a:lnTo>
                <a:lnTo>
                  <a:pt x="4200145" y="13811773"/>
                </a:lnTo>
                <a:close/>
                <a:moveTo>
                  <a:pt x="7091030" y="13193320"/>
                </a:moveTo>
                <a:lnTo>
                  <a:pt x="8014867" y="13193320"/>
                </a:lnTo>
                <a:lnTo>
                  <a:pt x="8314945" y="13793485"/>
                </a:lnTo>
                <a:lnTo>
                  <a:pt x="8014867" y="14393649"/>
                </a:lnTo>
                <a:lnTo>
                  <a:pt x="7091030" y="14393649"/>
                </a:lnTo>
                <a:lnTo>
                  <a:pt x="6790948" y="13793485"/>
                </a:lnTo>
                <a:close/>
                <a:moveTo>
                  <a:pt x="12223845" y="13144552"/>
                </a:moveTo>
                <a:lnTo>
                  <a:pt x="13147681" y="13144552"/>
                </a:lnTo>
                <a:lnTo>
                  <a:pt x="13447763" y="13744717"/>
                </a:lnTo>
                <a:lnTo>
                  <a:pt x="13147681" y="14344881"/>
                </a:lnTo>
                <a:lnTo>
                  <a:pt x="12223845" y="14344881"/>
                </a:lnTo>
                <a:lnTo>
                  <a:pt x="11923763" y="13744717"/>
                </a:lnTo>
                <a:close/>
                <a:moveTo>
                  <a:pt x="9645238" y="13138456"/>
                </a:moveTo>
                <a:lnTo>
                  <a:pt x="10569074" y="13138456"/>
                </a:lnTo>
                <a:lnTo>
                  <a:pt x="10869155" y="13738621"/>
                </a:lnTo>
                <a:lnTo>
                  <a:pt x="10569074" y="14338785"/>
                </a:lnTo>
                <a:lnTo>
                  <a:pt x="9645238" y="14338785"/>
                </a:lnTo>
                <a:lnTo>
                  <a:pt x="9345157" y="13738621"/>
                </a:lnTo>
                <a:close/>
                <a:moveTo>
                  <a:pt x="14778069" y="13126264"/>
                </a:moveTo>
                <a:lnTo>
                  <a:pt x="15701905" y="13126264"/>
                </a:lnTo>
                <a:lnTo>
                  <a:pt x="16001987" y="13726429"/>
                </a:lnTo>
                <a:lnTo>
                  <a:pt x="15701905" y="14326593"/>
                </a:lnTo>
                <a:lnTo>
                  <a:pt x="14778069" y="14326593"/>
                </a:lnTo>
                <a:lnTo>
                  <a:pt x="14477987" y="13726429"/>
                </a:lnTo>
                <a:close/>
                <a:moveTo>
                  <a:pt x="3201778" y="12592573"/>
                </a:moveTo>
                <a:lnTo>
                  <a:pt x="4125613" y="12592573"/>
                </a:lnTo>
                <a:lnTo>
                  <a:pt x="4425695" y="13192738"/>
                </a:lnTo>
                <a:lnTo>
                  <a:pt x="4125613" y="13792902"/>
                </a:lnTo>
                <a:lnTo>
                  <a:pt x="3201778" y="13792902"/>
                </a:lnTo>
                <a:lnTo>
                  <a:pt x="2901696" y="13192738"/>
                </a:lnTo>
                <a:close/>
                <a:moveTo>
                  <a:pt x="5780388" y="12574285"/>
                </a:moveTo>
                <a:lnTo>
                  <a:pt x="6704225" y="12574285"/>
                </a:lnTo>
                <a:lnTo>
                  <a:pt x="7004307" y="13174450"/>
                </a:lnTo>
                <a:lnTo>
                  <a:pt x="6704225" y="13774614"/>
                </a:lnTo>
                <a:lnTo>
                  <a:pt x="5780388" y="13774614"/>
                </a:lnTo>
                <a:lnTo>
                  <a:pt x="5480307" y="13174450"/>
                </a:lnTo>
                <a:close/>
                <a:moveTo>
                  <a:pt x="8371188" y="12555997"/>
                </a:moveTo>
                <a:lnTo>
                  <a:pt x="9295011" y="12555997"/>
                </a:lnTo>
                <a:lnTo>
                  <a:pt x="9595092" y="13156162"/>
                </a:lnTo>
                <a:lnTo>
                  <a:pt x="9295011" y="13756326"/>
                </a:lnTo>
                <a:lnTo>
                  <a:pt x="8371188" y="13756326"/>
                </a:lnTo>
                <a:lnTo>
                  <a:pt x="8071107" y="13156162"/>
                </a:lnTo>
                <a:close/>
                <a:moveTo>
                  <a:pt x="13504005" y="12507229"/>
                </a:moveTo>
                <a:lnTo>
                  <a:pt x="14427841" y="12507229"/>
                </a:lnTo>
                <a:lnTo>
                  <a:pt x="14727923" y="13107394"/>
                </a:lnTo>
                <a:lnTo>
                  <a:pt x="14427841" y="13707558"/>
                </a:lnTo>
                <a:lnTo>
                  <a:pt x="13504005" y="13707558"/>
                </a:lnTo>
                <a:lnTo>
                  <a:pt x="13203923" y="13107394"/>
                </a:lnTo>
                <a:close/>
                <a:moveTo>
                  <a:pt x="10925397" y="12501133"/>
                </a:moveTo>
                <a:lnTo>
                  <a:pt x="11849233" y="12501133"/>
                </a:lnTo>
                <a:lnTo>
                  <a:pt x="12149315" y="13101298"/>
                </a:lnTo>
                <a:lnTo>
                  <a:pt x="11849233" y="13701462"/>
                </a:lnTo>
                <a:lnTo>
                  <a:pt x="10925397" y="13701462"/>
                </a:lnTo>
                <a:lnTo>
                  <a:pt x="10625317" y="13101298"/>
                </a:lnTo>
                <a:close/>
                <a:moveTo>
                  <a:pt x="16058229" y="12488941"/>
                </a:moveTo>
                <a:lnTo>
                  <a:pt x="16982065" y="12488941"/>
                </a:lnTo>
                <a:lnTo>
                  <a:pt x="17282147" y="13089106"/>
                </a:lnTo>
                <a:lnTo>
                  <a:pt x="16982065" y="13689270"/>
                </a:lnTo>
                <a:lnTo>
                  <a:pt x="16058229" y="13689270"/>
                </a:lnTo>
                <a:lnTo>
                  <a:pt x="15758147" y="13089106"/>
                </a:lnTo>
                <a:close/>
                <a:moveTo>
                  <a:pt x="1878947" y="11972544"/>
                </a:moveTo>
                <a:lnTo>
                  <a:pt x="2802782" y="11972544"/>
                </a:lnTo>
                <a:lnTo>
                  <a:pt x="3102864" y="12572709"/>
                </a:lnTo>
                <a:lnTo>
                  <a:pt x="2802782" y="13172873"/>
                </a:lnTo>
                <a:lnTo>
                  <a:pt x="1878947" y="13172873"/>
                </a:lnTo>
                <a:lnTo>
                  <a:pt x="1578865" y="12572709"/>
                </a:lnTo>
                <a:close/>
                <a:moveTo>
                  <a:pt x="4457555" y="11954256"/>
                </a:moveTo>
                <a:lnTo>
                  <a:pt x="5381393" y="11954256"/>
                </a:lnTo>
                <a:lnTo>
                  <a:pt x="5681475" y="12554421"/>
                </a:lnTo>
                <a:lnTo>
                  <a:pt x="5381393" y="13154585"/>
                </a:lnTo>
                <a:lnTo>
                  <a:pt x="4457555" y="13154585"/>
                </a:lnTo>
                <a:lnTo>
                  <a:pt x="4157473" y="12554421"/>
                </a:lnTo>
                <a:close/>
                <a:moveTo>
                  <a:pt x="7048359" y="11935968"/>
                </a:moveTo>
                <a:lnTo>
                  <a:pt x="7972192" y="11935968"/>
                </a:lnTo>
                <a:lnTo>
                  <a:pt x="8272273" y="12536133"/>
                </a:lnTo>
                <a:lnTo>
                  <a:pt x="7972192" y="13136297"/>
                </a:lnTo>
                <a:lnTo>
                  <a:pt x="7048359" y="13136297"/>
                </a:lnTo>
                <a:lnTo>
                  <a:pt x="6748275" y="12536133"/>
                </a:lnTo>
                <a:close/>
                <a:moveTo>
                  <a:pt x="12181173" y="11887200"/>
                </a:moveTo>
                <a:lnTo>
                  <a:pt x="13105009" y="11887200"/>
                </a:lnTo>
                <a:lnTo>
                  <a:pt x="13405091" y="12487365"/>
                </a:lnTo>
                <a:lnTo>
                  <a:pt x="13105009" y="13087529"/>
                </a:lnTo>
                <a:lnTo>
                  <a:pt x="12181173" y="13087529"/>
                </a:lnTo>
                <a:lnTo>
                  <a:pt x="11881091" y="12487365"/>
                </a:lnTo>
                <a:close/>
                <a:moveTo>
                  <a:pt x="9602565" y="11881104"/>
                </a:moveTo>
                <a:lnTo>
                  <a:pt x="10526402" y="11881104"/>
                </a:lnTo>
                <a:lnTo>
                  <a:pt x="10826483" y="12481269"/>
                </a:lnTo>
                <a:lnTo>
                  <a:pt x="10526402" y="13081433"/>
                </a:lnTo>
                <a:lnTo>
                  <a:pt x="9602565" y="13081433"/>
                </a:lnTo>
                <a:lnTo>
                  <a:pt x="9302485" y="12481269"/>
                </a:lnTo>
                <a:close/>
                <a:moveTo>
                  <a:pt x="14735397" y="11868912"/>
                </a:moveTo>
                <a:lnTo>
                  <a:pt x="15659233" y="11868912"/>
                </a:lnTo>
                <a:lnTo>
                  <a:pt x="15959315" y="12469077"/>
                </a:lnTo>
                <a:lnTo>
                  <a:pt x="15659233" y="13069241"/>
                </a:lnTo>
                <a:lnTo>
                  <a:pt x="14735397" y="13069241"/>
                </a:lnTo>
                <a:lnTo>
                  <a:pt x="14435315" y="12469077"/>
                </a:lnTo>
                <a:close/>
                <a:moveTo>
                  <a:pt x="3110339" y="11339631"/>
                </a:moveTo>
                <a:lnTo>
                  <a:pt x="4034175" y="11339631"/>
                </a:lnTo>
                <a:lnTo>
                  <a:pt x="4334256" y="11939796"/>
                </a:lnTo>
                <a:lnTo>
                  <a:pt x="4034175" y="12539960"/>
                </a:lnTo>
                <a:lnTo>
                  <a:pt x="3110339" y="12539960"/>
                </a:lnTo>
                <a:lnTo>
                  <a:pt x="2810258" y="11939796"/>
                </a:lnTo>
                <a:close/>
                <a:moveTo>
                  <a:pt x="5688950" y="11321343"/>
                </a:moveTo>
                <a:lnTo>
                  <a:pt x="6612786" y="11321343"/>
                </a:lnTo>
                <a:lnTo>
                  <a:pt x="6912867" y="11921508"/>
                </a:lnTo>
                <a:lnTo>
                  <a:pt x="6612786" y="12521672"/>
                </a:lnTo>
                <a:lnTo>
                  <a:pt x="5688950" y="12521672"/>
                </a:lnTo>
                <a:lnTo>
                  <a:pt x="5388868" y="11921508"/>
                </a:lnTo>
                <a:close/>
                <a:moveTo>
                  <a:pt x="8279749" y="11303055"/>
                </a:moveTo>
                <a:lnTo>
                  <a:pt x="9203571" y="11303055"/>
                </a:lnTo>
                <a:lnTo>
                  <a:pt x="9503652" y="11903220"/>
                </a:lnTo>
                <a:lnTo>
                  <a:pt x="9203571" y="12503384"/>
                </a:lnTo>
                <a:lnTo>
                  <a:pt x="8279749" y="12503384"/>
                </a:lnTo>
                <a:lnTo>
                  <a:pt x="7979666" y="11903220"/>
                </a:lnTo>
                <a:close/>
                <a:moveTo>
                  <a:pt x="13412565" y="11254287"/>
                </a:moveTo>
                <a:lnTo>
                  <a:pt x="14336401" y="11254287"/>
                </a:lnTo>
                <a:lnTo>
                  <a:pt x="14636483" y="11854452"/>
                </a:lnTo>
                <a:lnTo>
                  <a:pt x="14336401" y="12454616"/>
                </a:lnTo>
                <a:lnTo>
                  <a:pt x="13412565" y="12454616"/>
                </a:lnTo>
                <a:lnTo>
                  <a:pt x="13112483" y="11854452"/>
                </a:lnTo>
                <a:close/>
                <a:moveTo>
                  <a:pt x="10833957" y="11248191"/>
                </a:moveTo>
                <a:lnTo>
                  <a:pt x="11757793" y="11248191"/>
                </a:lnTo>
                <a:lnTo>
                  <a:pt x="12057875" y="11848356"/>
                </a:lnTo>
                <a:lnTo>
                  <a:pt x="11757793" y="12448520"/>
                </a:lnTo>
                <a:lnTo>
                  <a:pt x="10833957" y="12448520"/>
                </a:lnTo>
                <a:lnTo>
                  <a:pt x="10533876" y="11848356"/>
                </a:lnTo>
                <a:close/>
                <a:moveTo>
                  <a:pt x="15966789" y="11235999"/>
                </a:moveTo>
                <a:lnTo>
                  <a:pt x="16890625" y="11235999"/>
                </a:lnTo>
                <a:lnTo>
                  <a:pt x="17190707" y="11836164"/>
                </a:lnTo>
                <a:lnTo>
                  <a:pt x="16890625" y="12436328"/>
                </a:lnTo>
                <a:lnTo>
                  <a:pt x="15966789" y="12436328"/>
                </a:lnTo>
                <a:lnTo>
                  <a:pt x="15666707" y="11836164"/>
                </a:lnTo>
                <a:close/>
                <a:moveTo>
                  <a:pt x="1830180" y="10724440"/>
                </a:moveTo>
                <a:lnTo>
                  <a:pt x="2754015" y="10724440"/>
                </a:lnTo>
                <a:lnTo>
                  <a:pt x="3054097" y="11324605"/>
                </a:lnTo>
                <a:lnTo>
                  <a:pt x="2754015" y="11924769"/>
                </a:lnTo>
                <a:lnTo>
                  <a:pt x="1830180" y="11924769"/>
                </a:lnTo>
                <a:lnTo>
                  <a:pt x="1530098" y="11324605"/>
                </a:lnTo>
                <a:close/>
                <a:moveTo>
                  <a:pt x="4408787" y="10706152"/>
                </a:moveTo>
                <a:lnTo>
                  <a:pt x="5332625" y="10706152"/>
                </a:lnTo>
                <a:lnTo>
                  <a:pt x="5632707" y="11306317"/>
                </a:lnTo>
                <a:lnTo>
                  <a:pt x="5332625" y="11906481"/>
                </a:lnTo>
                <a:lnTo>
                  <a:pt x="4408787" y="11906481"/>
                </a:lnTo>
                <a:lnTo>
                  <a:pt x="4108706" y="11306317"/>
                </a:lnTo>
                <a:close/>
                <a:moveTo>
                  <a:pt x="6999588" y="10687864"/>
                </a:moveTo>
                <a:lnTo>
                  <a:pt x="7923426" y="10687864"/>
                </a:lnTo>
                <a:lnTo>
                  <a:pt x="8223507" y="11288029"/>
                </a:lnTo>
                <a:lnTo>
                  <a:pt x="7923426" y="11888193"/>
                </a:lnTo>
                <a:lnTo>
                  <a:pt x="6999588" y="11888193"/>
                </a:lnTo>
                <a:lnTo>
                  <a:pt x="6699510" y="11288029"/>
                </a:lnTo>
                <a:close/>
                <a:moveTo>
                  <a:pt x="12132405" y="10639096"/>
                </a:moveTo>
                <a:lnTo>
                  <a:pt x="13056241" y="10639096"/>
                </a:lnTo>
                <a:lnTo>
                  <a:pt x="13356323" y="11239261"/>
                </a:lnTo>
                <a:lnTo>
                  <a:pt x="13056241" y="11839425"/>
                </a:lnTo>
                <a:lnTo>
                  <a:pt x="12132405" y="11839425"/>
                </a:lnTo>
                <a:lnTo>
                  <a:pt x="11832323" y="11239261"/>
                </a:lnTo>
                <a:close/>
                <a:moveTo>
                  <a:pt x="9553798" y="10633000"/>
                </a:moveTo>
                <a:lnTo>
                  <a:pt x="10477634" y="10633000"/>
                </a:lnTo>
                <a:lnTo>
                  <a:pt x="10777715" y="11233165"/>
                </a:lnTo>
                <a:lnTo>
                  <a:pt x="10477634" y="11833329"/>
                </a:lnTo>
                <a:lnTo>
                  <a:pt x="9553798" y="11833329"/>
                </a:lnTo>
                <a:lnTo>
                  <a:pt x="9253717" y="11233165"/>
                </a:lnTo>
                <a:close/>
                <a:moveTo>
                  <a:pt x="14686629" y="10620808"/>
                </a:moveTo>
                <a:lnTo>
                  <a:pt x="15610465" y="10620808"/>
                </a:lnTo>
                <a:lnTo>
                  <a:pt x="15910547" y="11220973"/>
                </a:lnTo>
                <a:lnTo>
                  <a:pt x="15610465" y="11821137"/>
                </a:lnTo>
                <a:lnTo>
                  <a:pt x="14686629" y="11821137"/>
                </a:lnTo>
                <a:lnTo>
                  <a:pt x="14386547" y="11220973"/>
                </a:lnTo>
                <a:close/>
                <a:moveTo>
                  <a:pt x="3110339" y="10087117"/>
                </a:moveTo>
                <a:lnTo>
                  <a:pt x="4034174" y="10087117"/>
                </a:lnTo>
                <a:lnTo>
                  <a:pt x="4334256" y="10687282"/>
                </a:lnTo>
                <a:lnTo>
                  <a:pt x="4034174" y="11287446"/>
                </a:lnTo>
                <a:lnTo>
                  <a:pt x="3110339" y="11287446"/>
                </a:lnTo>
                <a:lnTo>
                  <a:pt x="2810257" y="10687282"/>
                </a:lnTo>
                <a:close/>
                <a:moveTo>
                  <a:pt x="5688950" y="10068829"/>
                </a:moveTo>
                <a:lnTo>
                  <a:pt x="6612786" y="10068829"/>
                </a:lnTo>
                <a:lnTo>
                  <a:pt x="6912867" y="10668994"/>
                </a:lnTo>
                <a:lnTo>
                  <a:pt x="6612786" y="11269158"/>
                </a:lnTo>
                <a:lnTo>
                  <a:pt x="5688950" y="11269158"/>
                </a:lnTo>
                <a:lnTo>
                  <a:pt x="5388867" y="10668994"/>
                </a:lnTo>
                <a:close/>
                <a:moveTo>
                  <a:pt x="8279749" y="10050541"/>
                </a:moveTo>
                <a:lnTo>
                  <a:pt x="9203571" y="10050541"/>
                </a:lnTo>
                <a:lnTo>
                  <a:pt x="9503652" y="10650706"/>
                </a:lnTo>
                <a:lnTo>
                  <a:pt x="9203571" y="11250870"/>
                </a:lnTo>
                <a:lnTo>
                  <a:pt x="8279749" y="11250870"/>
                </a:lnTo>
                <a:lnTo>
                  <a:pt x="7979666" y="10650706"/>
                </a:lnTo>
                <a:close/>
                <a:moveTo>
                  <a:pt x="13412565" y="10001773"/>
                </a:moveTo>
                <a:lnTo>
                  <a:pt x="14336401" y="10001773"/>
                </a:lnTo>
                <a:lnTo>
                  <a:pt x="14636483" y="10601938"/>
                </a:lnTo>
                <a:lnTo>
                  <a:pt x="14336401" y="11202102"/>
                </a:lnTo>
                <a:lnTo>
                  <a:pt x="13412565" y="11202102"/>
                </a:lnTo>
                <a:lnTo>
                  <a:pt x="13112483" y="10601938"/>
                </a:lnTo>
                <a:close/>
                <a:moveTo>
                  <a:pt x="10833957" y="9995677"/>
                </a:moveTo>
                <a:lnTo>
                  <a:pt x="11757793" y="9995677"/>
                </a:lnTo>
                <a:lnTo>
                  <a:pt x="12057875" y="10595842"/>
                </a:lnTo>
                <a:lnTo>
                  <a:pt x="11757793" y="11196006"/>
                </a:lnTo>
                <a:lnTo>
                  <a:pt x="10833957" y="11196006"/>
                </a:lnTo>
                <a:lnTo>
                  <a:pt x="10533876" y="10595842"/>
                </a:lnTo>
                <a:close/>
                <a:moveTo>
                  <a:pt x="15966789" y="9983485"/>
                </a:moveTo>
                <a:lnTo>
                  <a:pt x="16890625" y="9983485"/>
                </a:lnTo>
                <a:lnTo>
                  <a:pt x="17190707" y="10583650"/>
                </a:lnTo>
                <a:lnTo>
                  <a:pt x="16890625" y="11183814"/>
                </a:lnTo>
                <a:lnTo>
                  <a:pt x="15966789" y="11183814"/>
                </a:lnTo>
                <a:lnTo>
                  <a:pt x="15666707" y="10583650"/>
                </a:lnTo>
                <a:close/>
                <a:moveTo>
                  <a:pt x="1787508" y="9467088"/>
                </a:moveTo>
                <a:lnTo>
                  <a:pt x="2711343" y="9467088"/>
                </a:lnTo>
                <a:lnTo>
                  <a:pt x="3011425" y="10067253"/>
                </a:lnTo>
                <a:lnTo>
                  <a:pt x="2711343" y="10667417"/>
                </a:lnTo>
                <a:lnTo>
                  <a:pt x="1787508" y="10667417"/>
                </a:lnTo>
                <a:lnTo>
                  <a:pt x="1487427" y="10067253"/>
                </a:lnTo>
                <a:close/>
                <a:moveTo>
                  <a:pt x="4366116" y="9448800"/>
                </a:moveTo>
                <a:lnTo>
                  <a:pt x="5289954" y="9448800"/>
                </a:lnTo>
                <a:lnTo>
                  <a:pt x="5590036" y="10048965"/>
                </a:lnTo>
                <a:lnTo>
                  <a:pt x="5289954" y="10649129"/>
                </a:lnTo>
                <a:lnTo>
                  <a:pt x="4366116" y="10649129"/>
                </a:lnTo>
                <a:lnTo>
                  <a:pt x="4066034" y="10048965"/>
                </a:lnTo>
                <a:close/>
                <a:moveTo>
                  <a:pt x="6956920" y="9430512"/>
                </a:moveTo>
                <a:lnTo>
                  <a:pt x="7880753" y="9430512"/>
                </a:lnTo>
                <a:lnTo>
                  <a:pt x="8180835" y="10030677"/>
                </a:lnTo>
                <a:lnTo>
                  <a:pt x="7880753" y="10630841"/>
                </a:lnTo>
                <a:lnTo>
                  <a:pt x="6956920" y="10630841"/>
                </a:lnTo>
                <a:lnTo>
                  <a:pt x="6656835" y="10030677"/>
                </a:lnTo>
                <a:close/>
                <a:moveTo>
                  <a:pt x="12089733" y="9381744"/>
                </a:moveTo>
                <a:lnTo>
                  <a:pt x="13013569" y="9381744"/>
                </a:lnTo>
                <a:lnTo>
                  <a:pt x="13313651" y="9981909"/>
                </a:lnTo>
                <a:lnTo>
                  <a:pt x="13013569" y="10582073"/>
                </a:lnTo>
                <a:lnTo>
                  <a:pt x="12089733" y="10582073"/>
                </a:lnTo>
                <a:lnTo>
                  <a:pt x="11789651" y="9981909"/>
                </a:lnTo>
                <a:close/>
                <a:moveTo>
                  <a:pt x="9511126" y="9375648"/>
                </a:moveTo>
                <a:lnTo>
                  <a:pt x="10434962" y="9375648"/>
                </a:lnTo>
                <a:lnTo>
                  <a:pt x="10735043" y="9975813"/>
                </a:lnTo>
                <a:lnTo>
                  <a:pt x="10434962" y="10575977"/>
                </a:lnTo>
                <a:lnTo>
                  <a:pt x="9511126" y="10575977"/>
                </a:lnTo>
                <a:lnTo>
                  <a:pt x="9211045" y="9975813"/>
                </a:lnTo>
                <a:close/>
                <a:moveTo>
                  <a:pt x="14643957" y="9363456"/>
                </a:moveTo>
                <a:lnTo>
                  <a:pt x="15567793" y="9363456"/>
                </a:lnTo>
                <a:lnTo>
                  <a:pt x="15867875" y="9963621"/>
                </a:lnTo>
                <a:lnTo>
                  <a:pt x="15567793" y="10563785"/>
                </a:lnTo>
                <a:lnTo>
                  <a:pt x="14643957" y="10563785"/>
                </a:lnTo>
                <a:lnTo>
                  <a:pt x="14343875" y="9963621"/>
                </a:lnTo>
                <a:close/>
                <a:moveTo>
                  <a:pt x="519532" y="8845296"/>
                </a:moveTo>
                <a:lnTo>
                  <a:pt x="1443368" y="8845296"/>
                </a:lnTo>
                <a:lnTo>
                  <a:pt x="1743450" y="9445461"/>
                </a:lnTo>
                <a:lnTo>
                  <a:pt x="1443368" y="10045625"/>
                </a:lnTo>
                <a:lnTo>
                  <a:pt x="519532" y="10045625"/>
                </a:lnTo>
                <a:lnTo>
                  <a:pt x="219450" y="9445461"/>
                </a:lnTo>
                <a:close/>
                <a:moveTo>
                  <a:pt x="3073757" y="8827008"/>
                </a:moveTo>
                <a:lnTo>
                  <a:pt x="3997592" y="8827008"/>
                </a:lnTo>
                <a:lnTo>
                  <a:pt x="4297674" y="9427173"/>
                </a:lnTo>
                <a:lnTo>
                  <a:pt x="3997592" y="10027337"/>
                </a:lnTo>
                <a:lnTo>
                  <a:pt x="3073757" y="10027337"/>
                </a:lnTo>
                <a:lnTo>
                  <a:pt x="2773675" y="9427173"/>
                </a:lnTo>
                <a:close/>
                <a:moveTo>
                  <a:pt x="13375989" y="8730553"/>
                </a:moveTo>
                <a:lnTo>
                  <a:pt x="14299825" y="8730553"/>
                </a:lnTo>
                <a:lnTo>
                  <a:pt x="14599907" y="9330708"/>
                </a:lnTo>
                <a:lnTo>
                  <a:pt x="14299825" y="9930872"/>
                </a:lnTo>
                <a:lnTo>
                  <a:pt x="13375989" y="9930872"/>
                </a:lnTo>
                <a:lnTo>
                  <a:pt x="13075907" y="9330708"/>
                </a:lnTo>
                <a:close/>
                <a:moveTo>
                  <a:pt x="15942405" y="8724457"/>
                </a:moveTo>
                <a:lnTo>
                  <a:pt x="16866241" y="8724457"/>
                </a:lnTo>
                <a:lnTo>
                  <a:pt x="17166323" y="9324612"/>
                </a:lnTo>
                <a:lnTo>
                  <a:pt x="16866241" y="9924776"/>
                </a:lnTo>
                <a:lnTo>
                  <a:pt x="15942405" y="9924776"/>
                </a:lnTo>
                <a:lnTo>
                  <a:pt x="15642323" y="9324612"/>
                </a:lnTo>
                <a:close/>
                <a:moveTo>
                  <a:pt x="1750925" y="8212383"/>
                </a:moveTo>
                <a:lnTo>
                  <a:pt x="2674761" y="8212383"/>
                </a:lnTo>
                <a:lnTo>
                  <a:pt x="2974842" y="8812548"/>
                </a:lnTo>
                <a:lnTo>
                  <a:pt x="2674761" y="9412712"/>
                </a:lnTo>
                <a:lnTo>
                  <a:pt x="1750925" y="9412712"/>
                </a:lnTo>
                <a:lnTo>
                  <a:pt x="1450843" y="8812548"/>
                </a:lnTo>
                <a:close/>
                <a:moveTo>
                  <a:pt x="4305149" y="8194095"/>
                </a:moveTo>
                <a:lnTo>
                  <a:pt x="5228986" y="8194095"/>
                </a:lnTo>
                <a:lnTo>
                  <a:pt x="5529068" y="8794260"/>
                </a:lnTo>
                <a:lnTo>
                  <a:pt x="5228986" y="9394424"/>
                </a:lnTo>
                <a:lnTo>
                  <a:pt x="4305149" y="9394424"/>
                </a:lnTo>
                <a:lnTo>
                  <a:pt x="4005067" y="8794260"/>
                </a:lnTo>
                <a:close/>
                <a:moveTo>
                  <a:pt x="14662245" y="8109269"/>
                </a:moveTo>
                <a:lnTo>
                  <a:pt x="15586081" y="8109269"/>
                </a:lnTo>
                <a:lnTo>
                  <a:pt x="15886163" y="8709431"/>
                </a:lnTo>
                <a:lnTo>
                  <a:pt x="15586081" y="9309585"/>
                </a:lnTo>
                <a:lnTo>
                  <a:pt x="14662245" y="9309585"/>
                </a:lnTo>
                <a:lnTo>
                  <a:pt x="14362163" y="8709431"/>
                </a:lnTo>
                <a:close/>
                <a:moveTo>
                  <a:pt x="470765" y="7597192"/>
                </a:moveTo>
                <a:lnTo>
                  <a:pt x="1394601" y="7597192"/>
                </a:lnTo>
                <a:lnTo>
                  <a:pt x="1694682" y="8197357"/>
                </a:lnTo>
                <a:lnTo>
                  <a:pt x="1394601" y="8797521"/>
                </a:lnTo>
                <a:lnTo>
                  <a:pt x="470765" y="8797521"/>
                </a:lnTo>
                <a:lnTo>
                  <a:pt x="170682" y="8197357"/>
                </a:lnTo>
                <a:close/>
                <a:moveTo>
                  <a:pt x="3024989" y="7578906"/>
                </a:moveTo>
                <a:lnTo>
                  <a:pt x="3948825" y="7578906"/>
                </a:lnTo>
                <a:lnTo>
                  <a:pt x="4248906" y="8179069"/>
                </a:lnTo>
                <a:lnTo>
                  <a:pt x="3948825" y="8779233"/>
                </a:lnTo>
                <a:lnTo>
                  <a:pt x="3024989" y="8779233"/>
                </a:lnTo>
                <a:lnTo>
                  <a:pt x="2724907" y="8179069"/>
                </a:lnTo>
                <a:close/>
                <a:moveTo>
                  <a:pt x="13375989" y="7478047"/>
                </a:moveTo>
                <a:lnTo>
                  <a:pt x="14299825" y="7478047"/>
                </a:lnTo>
                <a:lnTo>
                  <a:pt x="14599907" y="8078208"/>
                </a:lnTo>
                <a:lnTo>
                  <a:pt x="14299825" y="8678368"/>
                </a:lnTo>
                <a:lnTo>
                  <a:pt x="13375989" y="8678368"/>
                </a:lnTo>
                <a:lnTo>
                  <a:pt x="13075907" y="8078208"/>
                </a:lnTo>
                <a:close/>
                <a:moveTo>
                  <a:pt x="15942405" y="7471948"/>
                </a:moveTo>
                <a:lnTo>
                  <a:pt x="16866241" y="7471948"/>
                </a:lnTo>
                <a:lnTo>
                  <a:pt x="17166323" y="8072113"/>
                </a:lnTo>
                <a:lnTo>
                  <a:pt x="16866241" y="8672272"/>
                </a:lnTo>
                <a:lnTo>
                  <a:pt x="15942405" y="8672272"/>
                </a:lnTo>
                <a:lnTo>
                  <a:pt x="15642323" y="8072113"/>
                </a:lnTo>
                <a:close/>
                <a:moveTo>
                  <a:pt x="1750924" y="6959875"/>
                </a:moveTo>
                <a:lnTo>
                  <a:pt x="2674760" y="6959875"/>
                </a:lnTo>
                <a:lnTo>
                  <a:pt x="2974842" y="7560035"/>
                </a:lnTo>
                <a:lnTo>
                  <a:pt x="2674760" y="8160199"/>
                </a:lnTo>
                <a:lnTo>
                  <a:pt x="1750924" y="8160199"/>
                </a:lnTo>
                <a:lnTo>
                  <a:pt x="1450842" y="7560035"/>
                </a:lnTo>
                <a:close/>
                <a:moveTo>
                  <a:pt x="4305148" y="6941588"/>
                </a:moveTo>
                <a:lnTo>
                  <a:pt x="5228985" y="6941588"/>
                </a:lnTo>
                <a:lnTo>
                  <a:pt x="5529067" y="7541746"/>
                </a:lnTo>
                <a:lnTo>
                  <a:pt x="5228985" y="8141912"/>
                </a:lnTo>
                <a:lnTo>
                  <a:pt x="4305148" y="8141912"/>
                </a:lnTo>
                <a:lnTo>
                  <a:pt x="4005066" y="7541746"/>
                </a:lnTo>
                <a:close/>
                <a:moveTo>
                  <a:pt x="12053157" y="6858018"/>
                </a:moveTo>
                <a:lnTo>
                  <a:pt x="12976993" y="6858018"/>
                </a:lnTo>
                <a:lnTo>
                  <a:pt x="13277075" y="7458178"/>
                </a:lnTo>
                <a:lnTo>
                  <a:pt x="12976993" y="8058342"/>
                </a:lnTo>
                <a:lnTo>
                  <a:pt x="12053157" y="8058342"/>
                </a:lnTo>
                <a:lnTo>
                  <a:pt x="11753075" y="7458178"/>
                </a:lnTo>
                <a:close/>
                <a:moveTo>
                  <a:pt x="14619573" y="6851921"/>
                </a:moveTo>
                <a:lnTo>
                  <a:pt x="15543409" y="6851921"/>
                </a:lnTo>
                <a:lnTo>
                  <a:pt x="15843491" y="7452084"/>
                </a:lnTo>
                <a:lnTo>
                  <a:pt x="15543409" y="8052245"/>
                </a:lnTo>
                <a:lnTo>
                  <a:pt x="14619573" y="8052245"/>
                </a:lnTo>
                <a:lnTo>
                  <a:pt x="14319491" y="7452084"/>
                </a:lnTo>
                <a:close/>
                <a:moveTo>
                  <a:pt x="428093" y="6339847"/>
                </a:moveTo>
                <a:lnTo>
                  <a:pt x="1351929" y="6339847"/>
                </a:lnTo>
                <a:lnTo>
                  <a:pt x="1652011" y="6940011"/>
                </a:lnTo>
                <a:lnTo>
                  <a:pt x="1351929" y="7540170"/>
                </a:lnTo>
                <a:lnTo>
                  <a:pt x="428093" y="7540170"/>
                </a:lnTo>
                <a:lnTo>
                  <a:pt x="128010" y="6940011"/>
                </a:lnTo>
                <a:close/>
                <a:moveTo>
                  <a:pt x="2982317" y="6321559"/>
                </a:moveTo>
                <a:lnTo>
                  <a:pt x="3906153" y="6321559"/>
                </a:lnTo>
                <a:lnTo>
                  <a:pt x="4206235" y="6921724"/>
                </a:lnTo>
                <a:lnTo>
                  <a:pt x="3906153" y="7521888"/>
                </a:lnTo>
                <a:lnTo>
                  <a:pt x="2982317" y="7521888"/>
                </a:lnTo>
                <a:lnTo>
                  <a:pt x="2682236" y="6921724"/>
                </a:lnTo>
                <a:close/>
                <a:moveTo>
                  <a:pt x="10709147" y="6294777"/>
                </a:moveTo>
                <a:lnTo>
                  <a:pt x="11632983" y="6294777"/>
                </a:lnTo>
                <a:lnTo>
                  <a:pt x="11933065" y="6894942"/>
                </a:lnTo>
                <a:lnTo>
                  <a:pt x="11632983" y="7495103"/>
                </a:lnTo>
                <a:lnTo>
                  <a:pt x="10709147" y="7495103"/>
                </a:lnTo>
                <a:lnTo>
                  <a:pt x="10409066" y="6894942"/>
                </a:lnTo>
                <a:close/>
                <a:moveTo>
                  <a:pt x="5591398" y="6292649"/>
                </a:moveTo>
                <a:lnTo>
                  <a:pt x="6515234" y="6292649"/>
                </a:lnTo>
                <a:lnTo>
                  <a:pt x="6815317" y="6892814"/>
                </a:lnTo>
                <a:lnTo>
                  <a:pt x="6515234" y="7492977"/>
                </a:lnTo>
                <a:lnTo>
                  <a:pt x="5591398" y="7492977"/>
                </a:lnTo>
                <a:lnTo>
                  <a:pt x="5291316" y="6892814"/>
                </a:lnTo>
                <a:close/>
                <a:moveTo>
                  <a:pt x="8145624" y="6274362"/>
                </a:moveTo>
                <a:lnTo>
                  <a:pt x="9069457" y="6274362"/>
                </a:lnTo>
                <a:lnTo>
                  <a:pt x="9369539" y="6874527"/>
                </a:lnTo>
                <a:lnTo>
                  <a:pt x="9069457" y="7474689"/>
                </a:lnTo>
                <a:lnTo>
                  <a:pt x="8145624" y="7474689"/>
                </a:lnTo>
                <a:lnTo>
                  <a:pt x="7845541" y="6874527"/>
                </a:lnTo>
                <a:close/>
                <a:moveTo>
                  <a:pt x="13284549" y="6225105"/>
                </a:moveTo>
                <a:lnTo>
                  <a:pt x="14208385" y="6225105"/>
                </a:lnTo>
                <a:lnTo>
                  <a:pt x="14508467" y="6825270"/>
                </a:lnTo>
                <a:lnTo>
                  <a:pt x="14208385" y="7425432"/>
                </a:lnTo>
                <a:lnTo>
                  <a:pt x="13284549" y="7425432"/>
                </a:lnTo>
                <a:lnTo>
                  <a:pt x="12984467" y="6825270"/>
                </a:lnTo>
                <a:close/>
                <a:moveTo>
                  <a:pt x="15850965" y="6219009"/>
                </a:moveTo>
                <a:lnTo>
                  <a:pt x="16774801" y="6219009"/>
                </a:lnTo>
                <a:lnTo>
                  <a:pt x="17074883" y="6819174"/>
                </a:lnTo>
                <a:lnTo>
                  <a:pt x="16774801" y="7419333"/>
                </a:lnTo>
                <a:lnTo>
                  <a:pt x="15850965" y="7419333"/>
                </a:lnTo>
                <a:lnTo>
                  <a:pt x="15550883" y="6819174"/>
                </a:lnTo>
                <a:close/>
                <a:moveTo>
                  <a:pt x="1714354" y="5688649"/>
                </a:moveTo>
                <a:lnTo>
                  <a:pt x="2638189" y="5688649"/>
                </a:lnTo>
                <a:lnTo>
                  <a:pt x="2938271" y="6288814"/>
                </a:lnTo>
                <a:lnTo>
                  <a:pt x="2638189" y="6888978"/>
                </a:lnTo>
                <a:lnTo>
                  <a:pt x="1714354" y="6888978"/>
                </a:lnTo>
                <a:lnTo>
                  <a:pt x="1414272" y="6288814"/>
                </a:lnTo>
                <a:close/>
                <a:moveTo>
                  <a:pt x="4280766" y="5682551"/>
                </a:moveTo>
                <a:lnTo>
                  <a:pt x="5204603" y="5682551"/>
                </a:lnTo>
                <a:lnTo>
                  <a:pt x="5504686" y="6282716"/>
                </a:lnTo>
                <a:lnTo>
                  <a:pt x="5204603" y="6882880"/>
                </a:lnTo>
                <a:lnTo>
                  <a:pt x="4280766" y="6882880"/>
                </a:lnTo>
                <a:lnTo>
                  <a:pt x="3980684" y="6282716"/>
                </a:lnTo>
                <a:close/>
                <a:moveTo>
                  <a:pt x="6871558" y="5655326"/>
                </a:moveTo>
                <a:lnTo>
                  <a:pt x="7795394" y="5655326"/>
                </a:lnTo>
                <a:lnTo>
                  <a:pt x="8095475" y="6255491"/>
                </a:lnTo>
                <a:lnTo>
                  <a:pt x="7795394" y="6855655"/>
                </a:lnTo>
                <a:lnTo>
                  <a:pt x="6871558" y="6855655"/>
                </a:lnTo>
                <a:lnTo>
                  <a:pt x="6571476" y="6255491"/>
                </a:lnTo>
                <a:close/>
                <a:moveTo>
                  <a:pt x="9425781" y="5637039"/>
                </a:moveTo>
                <a:lnTo>
                  <a:pt x="10349617" y="5637039"/>
                </a:lnTo>
                <a:lnTo>
                  <a:pt x="10649699" y="6237203"/>
                </a:lnTo>
                <a:lnTo>
                  <a:pt x="10349617" y="6837368"/>
                </a:lnTo>
                <a:lnTo>
                  <a:pt x="9425781" y="6837368"/>
                </a:lnTo>
                <a:lnTo>
                  <a:pt x="9125699" y="6237203"/>
                </a:lnTo>
                <a:close/>
                <a:moveTo>
                  <a:pt x="12004389" y="5609914"/>
                </a:moveTo>
                <a:lnTo>
                  <a:pt x="12928225" y="5609914"/>
                </a:lnTo>
                <a:lnTo>
                  <a:pt x="13228307" y="6210080"/>
                </a:lnTo>
                <a:lnTo>
                  <a:pt x="12928225" y="6810243"/>
                </a:lnTo>
                <a:lnTo>
                  <a:pt x="12004389" y="6810243"/>
                </a:lnTo>
                <a:lnTo>
                  <a:pt x="11704307" y="6210080"/>
                </a:lnTo>
                <a:close/>
                <a:moveTo>
                  <a:pt x="14570805" y="5603818"/>
                </a:moveTo>
                <a:lnTo>
                  <a:pt x="15494641" y="5603818"/>
                </a:lnTo>
                <a:lnTo>
                  <a:pt x="15794723" y="6203983"/>
                </a:lnTo>
                <a:lnTo>
                  <a:pt x="15494641" y="6804147"/>
                </a:lnTo>
                <a:lnTo>
                  <a:pt x="14570805" y="6804147"/>
                </a:lnTo>
                <a:lnTo>
                  <a:pt x="14270723" y="6203983"/>
                </a:lnTo>
                <a:close/>
                <a:moveTo>
                  <a:pt x="434194" y="5073457"/>
                </a:moveTo>
                <a:lnTo>
                  <a:pt x="1358029" y="5073457"/>
                </a:lnTo>
                <a:lnTo>
                  <a:pt x="1658111" y="5673622"/>
                </a:lnTo>
                <a:lnTo>
                  <a:pt x="1358029" y="6273786"/>
                </a:lnTo>
                <a:lnTo>
                  <a:pt x="434194" y="6273786"/>
                </a:lnTo>
                <a:lnTo>
                  <a:pt x="134110" y="5673622"/>
                </a:lnTo>
                <a:close/>
                <a:moveTo>
                  <a:pt x="3000606" y="5067360"/>
                </a:moveTo>
                <a:lnTo>
                  <a:pt x="3924442" y="5067360"/>
                </a:lnTo>
                <a:lnTo>
                  <a:pt x="4224524" y="5667525"/>
                </a:lnTo>
                <a:lnTo>
                  <a:pt x="3924442" y="6267689"/>
                </a:lnTo>
                <a:lnTo>
                  <a:pt x="3000606" y="6267689"/>
                </a:lnTo>
                <a:lnTo>
                  <a:pt x="2700524" y="5667525"/>
                </a:lnTo>
                <a:close/>
                <a:moveTo>
                  <a:pt x="10684763" y="5035721"/>
                </a:moveTo>
                <a:lnTo>
                  <a:pt x="11608599" y="5035721"/>
                </a:lnTo>
                <a:lnTo>
                  <a:pt x="11908681" y="5635886"/>
                </a:lnTo>
                <a:lnTo>
                  <a:pt x="11608599" y="6236050"/>
                </a:lnTo>
                <a:lnTo>
                  <a:pt x="10684763" y="6236050"/>
                </a:lnTo>
                <a:lnTo>
                  <a:pt x="10384681" y="5635886"/>
                </a:lnTo>
                <a:close/>
                <a:moveTo>
                  <a:pt x="5548726" y="5035297"/>
                </a:moveTo>
                <a:lnTo>
                  <a:pt x="6472563" y="5035297"/>
                </a:lnTo>
                <a:lnTo>
                  <a:pt x="6772645" y="5635462"/>
                </a:lnTo>
                <a:lnTo>
                  <a:pt x="6472563" y="6235626"/>
                </a:lnTo>
                <a:lnTo>
                  <a:pt x="5548726" y="6235626"/>
                </a:lnTo>
                <a:lnTo>
                  <a:pt x="5248644" y="5635462"/>
                </a:lnTo>
                <a:close/>
                <a:moveTo>
                  <a:pt x="8102952" y="5017010"/>
                </a:moveTo>
                <a:lnTo>
                  <a:pt x="9026785" y="5017010"/>
                </a:lnTo>
                <a:lnTo>
                  <a:pt x="9326867" y="5617175"/>
                </a:lnTo>
                <a:lnTo>
                  <a:pt x="9026785" y="6217339"/>
                </a:lnTo>
                <a:lnTo>
                  <a:pt x="8102952" y="6217339"/>
                </a:lnTo>
                <a:lnTo>
                  <a:pt x="7802869" y="5617175"/>
                </a:lnTo>
                <a:close/>
                <a:moveTo>
                  <a:pt x="13284549" y="4972592"/>
                </a:moveTo>
                <a:lnTo>
                  <a:pt x="14208385" y="4972592"/>
                </a:lnTo>
                <a:lnTo>
                  <a:pt x="14508467" y="5572757"/>
                </a:lnTo>
                <a:lnTo>
                  <a:pt x="14208385" y="6172920"/>
                </a:lnTo>
                <a:lnTo>
                  <a:pt x="13284549" y="6172920"/>
                </a:lnTo>
                <a:lnTo>
                  <a:pt x="12984467" y="5572757"/>
                </a:lnTo>
                <a:close/>
                <a:moveTo>
                  <a:pt x="15850965" y="4966496"/>
                </a:moveTo>
                <a:lnTo>
                  <a:pt x="16774801" y="4966496"/>
                </a:lnTo>
                <a:lnTo>
                  <a:pt x="17074883" y="5566660"/>
                </a:lnTo>
                <a:lnTo>
                  <a:pt x="16774801" y="6166824"/>
                </a:lnTo>
                <a:lnTo>
                  <a:pt x="15850965" y="6166824"/>
                </a:lnTo>
                <a:lnTo>
                  <a:pt x="15550883" y="5566660"/>
                </a:lnTo>
                <a:close/>
                <a:moveTo>
                  <a:pt x="1714353" y="4436135"/>
                </a:moveTo>
                <a:lnTo>
                  <a:pt x="2638188" y="4436135"/>
                </a:lnTo>
                <a:lnTo>
                  <a:pt x="2938270" y="5036299"/>
                </a:lnTo>
                <a:lnTo>
                  <a:pt x="2638188" y="5636464"/>
                </a:lnTo>
                <a:lnTo>
                  <a:pt x="1714353" y="5636464"/>
                </a:lnTo>
                <a:lnTo>
                  <a:pt x="1414271" y="5036299"/>
                </a:lnTo>
                <a:close/>
                <a:moveTo>
                  <a:pt x="4280765" y="4430037"/>
                </a:moveTo>
                <a:lnTo>
                  <a:pt x="5204602" y="4430037"/>
                </a:lnTo>
                <a:lnTo>
                  <a:pt x="5504685" y="5030202"/>
                </a:lnTo>
                <a:lnTo>
                  <a:pt x="5204602" y="5630366"/>
                </a:lnTo>
                <a:lnTo>
                  <a:pt x="4280765" y="5630366"/>
                </a:lnTo>
                <a:lnTo>
                  <a:pt x="3980683" y="5030202"/>
                </a:lnTo>
                <a:close/>
                <a:moveTo>
                  <a:pt x="6834987" y="4384100"/>
                </a:moveTo>
                <a:lnTo>
                  <a:pt x="7758822" y="4384100"/>
                </a:lnTo>
                <a:lnTo>
                  <a:pt x="8058904" y="4984265"/>
                </a:lnTo>
                <a:lnTo>
                  <a:pt x="7758822" y="5584429"/>
                </a:lnTo>
                <a:lnTo>
                  <a:pt x="6834987" y="5584429"/>
                </a:lnTo>
                <a:lnTo>
                  <a:pt x="6534904" y="4984265"/>
                </a:lnTo>
                <a:close/>
                <a:moveTo>
                  <a:pt x="9401397" y="4378002"/>
                </a:moveTo>
                <a:lnTo>
                  <a:pt x="10325233" y="4378002"/>
                </a:lnTo>
                <a:lnTo>
                  <a:pt x="10625315" y="4978167"/>
                </a:lnTo>
                <a:lnTo>
                  <a:pt x="10325233" y="5578331"/>
                </a:lnTo>
                <a:lnTo>
                  <a:pt x="9401397" y="5578331"/>
                </a:lnTo>
                <a:lnTo>
                  <a:pt x="9101315" y="4978167"/>
                </a:lnTo>
                <a:close/>
                <a:moveTo>
                  <a:pt x="11961717" y="4352564"/>
                </a:moveTo>
                <a:lnTo>
                  <a:pt x="12885553" y="4352564"/>
                </a:lnTo>
                <a:lnTo>
                  <a:pt x="13185635" y="4952728"/>
                </a:lnTo>
                <a:lnTo>
                  <a:pt x="12885553" y="5552892"/>
                </a:lnTo>
                <a:lnTo>
                  <a:pt x="11961717" y="5552892"/>
                </a:lnTo>
                <a:lnTo>
                  <a:pt x="11661635" y="4952728"/>
                </a:lnTo>
                <a:close/>
                <a:moveTo>
                  <a:pt x="14528133" y="4346468"/>
                </a:moveTo>
                <a:lnTo>
                  <a:pt x="15451969" y="4346468"/>
                </a:lnTo>
                <a:lnTo>
                  <a:pt x="15752051" y="4946632"/>
                </a:lnTo>
                <a:lnTo>
                  <a:pt x="15451969" y="5546795"/>
                </a:lnTo>
                <a:lnTo>
                  <a:pt x="14528133" y="5546795"/>
                </a:lnTo>
                <a:lnTo>
                  <a:pt x="14228051" y="4946632"/>
                </a:lnTo>
                <a:close/>
                <a:moveTo>
                  <a:pt x="391522" y="3816106"/>
                </a:moveTo>
                <a:lnTo>
                  <a:pt x="1315357" y="3816106"/>
                </a:lnTo>
                <a:lnTo>
                  <a:pt x="1615439" y="4416271"/>
                </a:lnTo>
                <a:lnTo>
                  <a:pt x="1315357" y="5016435"/>
                </a:lnTo>
                <a:lnTo>
                  <a:pt x="391522" y="5016435"/>
                </a:lnTo>
                <a:lnTo>
                  <a:pt x="91439" y="4416271"/>
                </a:lnTo>
                <a:close/>
                <a:moveTo>
                  <a:pt x="2957934" y="3810008"/>
                </a:moveTo>
                <a:lnTo>
                  <a:pt x="3881770" y="3810008"/>
                </a:lnTo>
                <a:lnTo>
                  <a:pt x="4181852" y="4410173"/>
                </a:lnTo>
                <a:lnTo>
                  <a:pt x="3881770" y="5010338"/>
                </a:lnTo>
                <a:lnTo>
                  <a:pt x="2957934" y="5010338"/>
                </a:lnTo>
                <a:lnTo>
                  <a:pt x="2657853" y="4410173"/>
                </a:lnTo>
                <a:close/>
                <a:moveTo>
                  <a:pt x="5554826" y="3768908"/>
                </a:moveTo>
                <a:lnTo>
                  <a:pt x="6478662" y="3768908"/>
                </a:lnTo>
                <a:lnTo>
                  <a:pt x="6778745" y="4369073"/>
                </a:lnTo>
                <a:lnTo>
                  <a:pt x="6478662" y="4969237"/>
                </a:lnTo>
                <a:lnTo>
                  <a:pt x="5554826" y="4969237"/>
                </a:lnTo>
                <a:lnTo>
                  <a:pt x="5254744" y="4369073"/>
                </a:lnTo>
                <a:close/>
                <a:moveTo>
                  <a:pt x="8121239" y="3762810"/>
                </a:moveTo>
                <a:lnTo>
                  <a:pt x="9045073" y="3762810"/>
                </a:lnTo>
                <a:lnTo>
                  <a:pt x="9345155" y="4362975"/>
                </a:lnTo>
                <a:lnTo>
                  <a:pt x="9045073" y="4963139"/>
                </a:lnTo>
                <a:lnTo>
                  <a:pt x="8121239" y="4963139"/>
                </a:lnTo>
                <a:lnTo>
                  <a:pt x="7821157" y="4362975"/>
                </a:lnTo>
                <a:close/>
                <a:moveTo>
                  <a:pt x="10673535" y="3746494"/>
                </a:moveTo>
                <a:lnTo>
                  <a:pt x="11597371" y="3746494"/>
                </a:lnTo>
                <a:lnTo>
                  <a:pt x="11897453" y="4346659"/>
                </a:lnTo>
                <a:lnTo>
                  <a:pt x="11597371" y="4946823"/>
                </a:lnTo>
                <a:lnTo>
                  <a:pt x="10673535" y="4946823"/>
                </a:lnTo>
                <a:lnTo>
                  <a:pt x="10373453" y="4346659"/>
                </a:lnTo>
                <a:close/>
                <a:moveTo>
                  <a:pt x="1622915" y="3183194"/>
                </a:moveTo>
                <a:lnTo>
                  <a:pt x="2546750" y="3183194"/>
                </a:lnTo>
                <a:lnTo>
                  <a:pt x="2846832" y="3783359"/>
                </a:lnTo>
                <a:lnTo>
                  <a:pt x="2546750" y="4383523"/>
                </a:lnTo>
                <a:lnTo>
                  <a:pt x="1622915" y="4383523"/>
                </a:lnTo>
                <a:lnTo>
                  <a:pt x="1322833" y="3783359"/>
                </a:lnTo>
                <a:close/>
                <a:moveTo>
                  <a:pt x="4189327" y="3177096"/>
                </a:moveTo>
                <a:lnTo>
                  <a:pt x="5113164" y="3177096"/>
                </a:lnTo>
                <a:lnTo>
                  <a:pt x="5413246" y="3777261"/>
                </a:lnTo>
                <a:lnTo>
                  <a:pt x="5113164" y="4377425"/>
                </a:lnTo>
                <a:lnTo>
                  <a:pt x="4189327" y="4377425"/>
                </a:lnTo>
                <a:lnTo>
                  <a:pt x="3889245" y="3777261"/>
                </a:lnTo>
                <a:close/>
                <a:moveTo>
                  <a:pt x="6834986" y="3131585"/>
                </a:moveTo>
                <a:lnTo>
                  <a:pt x="7758821" y="3131585"/>
                </a:lnTo>
                <a:lnTo>
                  <a:pt x="8058904" y="3731750"/>
                </a:lnTo>
                <a:lnTo>
                  <a:pt x="7758821" y="4331914"/>
                </a:lnTo>
                <a:lnTo>
                  <a:pt x="6834986" y="4331914"/>
                </a:lnTo>
                <a:lnTo>
                  <a:pt x="6534904" y="3731750"/>
                </a:lnTo>
                <a:close/>
                <a:moveTo>
                  <a:pt x="342755" y="2567998"/>
                </a:moveTo>
                <a:lnTo>
                  <a:pt x="1266590" y="2567998"/>
                </a:lnTo>
                <a:lnTo>
                  <a:pt x="1566672" y="3168168"/>
                </a:lnTo>
                <a:lnTo>
                  <a:pt x="1266590" y="3768332"/>
                </a:lnTo>
                <a:lnTo>
                  <a:pt x="342755" y="3768332"/>
                </a:lnTo>
                <a:lnTo>
                  <a:pt x="42672" y="3168168"/>
                </a:lnTo>
                <a:close/>
                <a:moveTo>
                  <a:pt x="2909167" y="2561899"/>
                </a:moveTo>
                <a:lnTo>
                  <a:pt x="3833003" y="2561899"/>
                </a:lnTo>
                <a:lnTo>
                  <a:pt x="4133084" y="3162070"/>
                </a:lnTo>
                <a:lnTo>
                  <a:pt x="3833003" y="3762234"/>
                </a:lnTo>
                <a:lnTo>
                  <a:pt x="2909167" y="3762234"/>
                </a:lnTo>
                <a:lnTo>
                  <a:pt x="2609085" y="3162070"/>
                </a:lnTo>
                <a:close/>
                <a:moveTo>
                  <a:pt x="10593323" y="2530265"/>
                </a:moveTo>
                <a:lnTo>
                  <a:pt x="11517159" y="2530265"/>
                </a:lnTo>
                <a:lnTo>
                  <a:pt x="11817241" y="3130431"/>
                </a:lnTo>
                <a:lnTo>
                  <a:pt x="11517159" y="3730595"/>
                </a:lnTo>
                <a:lnTo>
                  <a:pt x="10593323" y="3730595"/>
                </a:lnTo>
                <a:lnTo>
                  <a:pt x="10293241" y="3130431"/>
                </a:lnTo>
                <a:close/>
                <a:moveTo>
                  <a:pt x="5512154" y="2511556"/>
                </a:moveTo>
                <a:lnTo>
                  <a:pt x="6435990" y="2511556"/>
                </a:lnTo>
                <a:lnTo>
                  <a:pt x="6736073" y="3111721"/>
                </a:lnTo>
                <a:lnTo>
                  <a:pt x="6435990" y="3711885"/>
                </a:lnTo>
                <a:lnTo>
                  <a:pt x="5512154" y="3711885"/>
                </a:lnTo>
                <a:lnTo>
                  <a:pt x="5212072" y="3111721"/>
                </a:lnTo>
                <a:close/>
                <a:moveTo>
                  <a:pt x="8078567" y="2505457"/>
                </a:moveTo>
                <a:lnTo>
                  <a:pt x="9002401" y="2505457"/>
                </a:lnTo>
                <a:lnTo>
                  <a:pt x="9302483" y="3105624"/>
                </a:lnTo>
                <a:lnTo>
                  <a:pt x="9002401" y="3705788"/>
                </a:lnTo>
                <a:lnTo>
                  <a:pt x="8078567" y="3705788"/>
                </a:lnTo>
                <a:lnTo>
                  <a:pt x="7778486" y="3105624"/>
                </a:lnTo>
                <a:close/>
                <a:moveTo>
                  <a:pt x="1622914" y="1930675"/>
                </a:moveTo>
                <a:lnTo>
                  <a:pt x="2546749" y="1930675"/>
                </a:lnTo>
                <a:lnTo>
                  <a:pt x="2846831" y="2530843"/>
                </a:lnTo>
                <a:lnTo>
                  <a:pt x="2546749" y="3131008"/>
                </a:lnTo>
                <a:lnTo>
                  <a:pt x="1622914" y="3131008"/>
                </a:lnTo>
                <a:lnTo>
                  <a:pt x="1322832" y="2530843"/>
                </a:lnTo>
                <a:close/>
                <a:moveTo>
                  <a:pt x="4189326" y="1924578"/>
                </a:moveTo>
                <a:lnTo>
                  <a:pt x="5113163" y="1924578"/>
                </a:lnTo>
                <a:lnTo>
                  <a:pt x="5413245" y="2524744"/>
                </a:lnTo>
                <a:lnTo>
                  <a:pt x="5113163" y="3124911"/>
                </a:lnTo>
                <a:lnTo>
                  <a:pt x="4189326" y="3124911"/>
                </a:lnTo>
                <a:lnTo>
                  <a:pt x="3889244" y="2524744"/>
                </a:lnTo>
                <a:close/>
                <a:moveTo>
                  <a:pt x="6743548" y="1878644"/>
                </a:moveTo>
                <a:lnTo>
                  <a:pt x="7667384" y="1878644"/>
                </a:lnTo>
                <a:lnTo>
                  <a:pt x="7967465" y="2478810"/>
                </a:lnTo>
                <a:lnTo>
                  <a:pt x="7667384" y="3078974"/>
                </a:lnTo>
                <a:lnTo>
                  <a:pt x="6743548" y="3078974"/>
                </a:lnTo>
                <a:lnTo>
                  <a:pt x="6443465" y="2478810"/>
                </a:lnTo>
                <a:close/>
                <a:moveTo>
                  <a:pt x="9309957" y="1872545"/>
                </a:moveTo>
                <a:lnTo>
                  <a:pt x="10233793" y="1872545"/>
                </a:lnTo>
                <a:lnTo>
                  <a:pt x="10533875" y="2472709"/>
                </a:lnTo>
                <a:lnTo>
                  <a:pt x="10233793" y="3072876"/>
                </a:lnTo>
                <a:lnTo>
                  <a:pt x="9309957" y="3072876"/>
                </a:lnTo>
                <a:lnTo>
                  <a:pt x="9009875" y="2472709"/>
                </a:lnTo>
                <a:close/>
                <a:moveTo>
                  <a:pt x="300083" y="1310645"/>
                </a:moveTo>
                <a:lnTo>
                  <a:pt x="1223919" y="1310645"/>
                </a:lnTo>
                <a:lnTo>
                  <a:pt x="1524001" y="1910813"/>
                </a:lnTo>
                <a:lnTo>
                  <a:pt x="1223919" y="2510976"/>
                </a:lnTo>
                <a:lnTo>
                  <a:pt x="300083" y="2510976"/>
                </a:lnTo>
                <a:lnTo>
                  <a:pt x="0" y="1910813"/>
                </a:lnTo>
                <a:close/>
                <a:moveTo>
                  <a:pt x="2866495" y="1304550"/>
                </a:moveTo>
                <a:lnTo>
                  <a:pt x="3790331" y="1304550"/>
                </a:lnTo>
                <a:lnTo>
                  <a:pt x="4090413" y="1904718"/>
                </a:lnTo>
                <a:lnTo>
                  <a:pt x="3790331" y="2504880"/>
                </a:lnTo>
                <a:lnTo>
                  <a:pt x="2866495" y="2504880"/>
                </a:lnTo>
                <a:lnTo>
                  <a:pt x="2566414" y="1904718"/>
                </a:lnTo>
                <a:close/>
                <a:moveTo>
                  <a:pt x="10593323" y="1277751"/>
                </a:moveTo>
                <a:lnTo>
                  <a:pt x="11517159" y="1277751"/>
                </a:lnTo>
                <a:lnTo>
                  <a:pt x="11817241" y="1877916"/>
                </a:lnTo>
                <a:lnTo>
                  <a:pt x="11517159" y="2478080"/>
                </a:lnTo>
                <a:lnTo>
                  <a:pt x="10593323" y="2478080"/>
                </a:lnTo>
                <a:lnTo>
                  <a:pt x="10293241" y="1877916"/>
                </a:lnTo>
                <a:close/>
                <a:moveTo>
                  <a:pt x="5463387" y="1263453"/>
                </a:moveTo>
                <a:lnTo>
                  <a:pt x="6387223" y="1263453"/>
                </a:lnTo>
                <a:lnTo>
                  <a:pt x="6687305" y="1863619"/>
                </a:lnTo>
                <a:lnTo>
                  <a:pt x="6387223" y="2463780"/>
                </a:lnTo>
                <a:lnTo>
                  <a:pt x="5463387" y="2463780"/>
                </a:lnTo>
                <a:lnTo>
                  <a:pt x="5163305" y="1863619"/>
                </a:lnTo>
                <a:close/>
                <a:moveTo>
                  <a:pt x="8029801" y="1257354"/>
                </a:moveTo>
                <a:lnTo>
                  <a:pt x="8953633" y="1257354"/>
                </a:lnTo>
                <a:lnTo>
                  <a:pt x="9253715" y="1857520"/>
                </a:lnTo>
                <a:lnTo>
                  <a:pt x="8953633" y="2457681"/>
                </a:lnTo>
                <a:lnTo>
                  <a:pt x="8029801" y="2457681"/>
                </a:lnTo>
                <a:lnTo>
                  <a:pt x="7729719" y="1857520"/>
                </a:lnTo>
                <a:close/>
                <a:moveTo>
                  <a:pt x="6743547" y="626125"/>
                </a:moveTo>
                <a:lnTo>
                  <a:pt x="7667384" y="626125"/>
                </a:lnTo>
                <a:lnTo>
                  <a:pt x="7967465" y="1226293"/>
                </a:lnTo>
                <a:lnTo>
                  <a:pt x="7667384" y="1826457"/>
                </a:lnTo>
                <a:lnTo>
                  <a:pt x="6743547" y="1826457"/>
                </a:lnTo>
                <a:lnTo>
                  <a:pt x="6443465" y="1226293"/>
                </a:lnTo>
                <a:close/>
                <a:moveTo>
                  <a:pt x="9309957" y="620030"/>
                </a:moveTo>
                <a:lnTo>
                  <a:pt x="10233793" y="620030"/>
                </a:lnTo>
                <a:lnTo>
                  <a:pt x="10533875" y="1220197"/>
                </a:lnTo>
                <a:lnTo>
                  <a:pt x="10233793" y="1820358"/>
                </a:lnTo>
                <a:lnTo>
                  <a:pt x="9309957" y="1820358"/>
                </a:lnTo>
                <a:lnTo>
                  <a:pt x="9009875" y="1220197"/>
                </a:lnTo>
                <a:close/>
                <a:moveTo>
                  <a:pt x="5420715" y="6096"/>
                </a:moveTo>
                <a:lnTo>
                  <a:pt x="6344551" y="6096"/>
                </a:lnTo>
                <a:lnTo>
                  <a:pt x="6644634" y="606261"/>
                </a:lnTo>
                <a:lnTo>
                  <a:pt x="6344551" y="1206429"/>
                </a:lnTo>
                <a:lnTo>
                  <a:pt x="5420715" y="1206429"/>
                </a:lnTo>
                <a:lnTo>
                  <a:pt x="5120633" y="606261"/>
                </a:lnTo>
                <a:close/>
                <a:moveTo>
                  <a:pt x="7987130" y="0"/>
                </a:moveTo>
                <a:lnTo>
                  <a:pt x="8910961" y="0"/>
                </a:lnTo>
                <a:lnTo>
                  <a:pt x="9211043" y="600165"/>
                </a:lnTo>
                <a:lnTo>
                  <a:pt x="8910961" y="1200333"/>
                </a:lnTo>
                <a:lnTo>
                  <a:pt x="7987130" y="1200333"/>
                </a:lnTo>
                <a:lnTo>
                  <a:pt x="7687048" y="600165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8F57D-70AA-698B-17D1-FFDA98F161B5}"/>
              </a:ext>
            </a:extLst>
          </p:cNvPr>
          <p:cNvSpPr txBox="1"/>
          <p:nvPr/>
        </p:nvSpPr>
        <p:spPr>
          <a:xfrm>
            <a:off x="3373000" y="2932255"/>
            <a:ext cx="8193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spc="50" dirty="0">
                <a:ln w="0">
                  <a:noFill/>
                </a:ln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Any Questions</a:t>
            </a:r>
          </a:p>
        </p:txBody>
      </p:sp>
      <p:pic>
        <p:nvPicPr>
          <p:cNvPr id="151" name="Graphic 150" descr="Brain with solid fill">
            <a:extLst>
              <a:ext uri="{FF2B5EF4-FFF2-40B4-BE49-F238E27FC236}">
                <a16:creationId xmlns:a16="http://schemas.microsoft.com/office/drawing/2014/main" id="{31F35CD3-7772-A89F-7C8C-3AE57FFE2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9754" y="3910257"/>
            <a:ext cx="914400" cy="914400"/>
          </a:xfrm>
          <a:prstGeom prst="rect">
            <a:avLst/>
          </a:prstGeom>
        </p:spPr>
      </p:pic>
      <p:pic>
        <p:nvPicPr>
          <p:cNvPr id="153" name="Graphic 152" descr="Brain in head with solid fill">
            <a:extLst>
              <a:ext uri="{FF2B5EF4-FFF2-40B4-BE49-F238E27FC236}">
                <a16:creationId xmlns:a16="http://schemas.microsoft.com/office/drawing/2014/main" id="{328AE6F4-692D-BC53-16BD-9D77BF67A0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1999" y="3915879"/>
            <a:ext cx="914400" cy="914400"/>
          </a:xfrm>
          <a:prstGeom prst="rect">
            <a:avLst/>
          </a:prstGeom>
        </p:spPr>
      </p:pic>
      <p:pic>
        <p:nvPicPr>
          <p:cNvPr id="155" name="Graphic 154" descr="Magnifying glass with solid fill">
            <a:extLst>
              <a:ext uri="{FF2B5EF4-FFF2-40B4-BE49-F238E27FC236}">
                <a16:creationId xmlns:a16="http://schemas.microsoft.com/office/drawing/2014/main" id="{44AD659C-7539-76E3-83AD-8136BE08E2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64042" y="401775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1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570F-D463-45EF-C672-EEB212B9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descr="Chinese tea ceremony">
            <a:extLst>
              <a:ext uri="{FF2B5EF4-FFF2-40B4-BE49-F238E27FC236}">
                <a16:creationId xmlns:a16="http://schemas.microsoft.com/office/drawing/2014/main" id="{037AD145-9230-3753-774E-3BEB6A82F51C}"/>
              </a:ext>
            </a:extLst>
          </p:cNvPr>
          <p:cNvSpPr txBox="1"/>
          <p:nvPr/>
        </p:nvSpPr>
        <p:spPr>
          <a:xfrm>
            <a:off x="0" y="0"/>
            <a:ext cx="12192000" cy="5084064"/>
          </a:xfrm>
          <a:prstGeom prst="rect">
            <a:avLst/>
          </a:prstGeom>
          <a:noFill/>
        </p:spPr>
        <p:txBody>
          <a:bodyPr wrap="square">
            <a:prstTxWarp prst="textDeflateBottom">
              <a:avLst>
                <a:gd name="adj" fmla="val 62269"/>
              </a:avLst>
            </a:prstTxWarp>
            <a:spAutoFit/>
          </a:bodyPr>
          <a:lstStyle/>
          <a:p>
            <a:r>
              <a:rPr lang="en-US" sz="9600" dirty="0"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Arial Black" panose="020B0A04020102020204" pitchFamily="34" charset="0"/>
              </a:rPr>
              <a:t>----------------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99CF18-E782-5CAD-8CF3-DF58324F9888}"/>
              </a:ext>
            </a:extLst>
          </p:cNvPr>
          <p:cNvSpPr txBox="1"/>
          <p:nvPr/>
        </p:nvSpPr>
        <p:spPr>
          <a:xfrm>
            <a:off x="2645664" y="3911272"/>
            <a:ext cx="70469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n w="0"/>
                <a:solidFill>
                  <a:srgbClr val="89493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Thank you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13E19-913D-F597-AE92-B82688DD4403}"/>
              </a:ext>
            </a:extLst>
          </p:cNvPr>
          <p:cNvSpPr txBox="1"/>
          <p:nvPr/>
        </p:nvSpPr>
        <p:spPr>
          <a:xfrm>
            <a:off x="9606113" y="5820695"/>
            <a:ext cx="25563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>
                <a:solidFill>
                  <a:srgbClr val="8C632D"/>
                </a:solidFill>
                <a:latin typeface="Bookman Old Style" panose="02050604050505020204" pitchFamily="18" charset="0"/>
              </a:rPr>
              <a:t>V.Abirami</a:t>
            </a:r>
            <a:endParaRPr lang="en-US" sz="2000" b="1" i="1" dirty="0">
              <a:solidFill>
                <a:srgbClr val="8C632D"/>
              </a:solidFill>
              <a:latin typeface="Bookman Old Style" panose="02050604050505020204" pitchFamily="18" charset="0"/>
            </a:endParaRPr>
          </a:p>
          <a:p>
            <a:pPr algn="r"/>
            <a:r>
              <a:rPr lang="en-US" sz="2000" b="1" i="1" dirty="0" err="1">
                <a:solidFill>
                  <a:srgbClr val="8C632D"/>
                </a:solidFill>
                <a:latin typeface="Bookman Old Style" panose="02050604050505020204" pitchFamily="18" charset="0"/>
              </a:rPr>
              <a:t>M.Praveena</a:t>
            </a:r>
            <a:endParaRPr lang="en-US" sz="2000" b="1" i="1" dirty="0">
              <a:solidFill>
                <a:srgbClr val="8C632D"/>
              </a:solidFill>
              <a:latin typeface="Bookman Old Style" panose="02050604050505020204" pitchFamily="18" charset="0"/>
            </a:endParaRPr>
          </a:p>
          <a:p>
            <a:pPr algn="r"/>
            <a:r>
              <a:rPr lang="en-US" sz="2000" b="1" i="1" dirty="0">
                <a:solidFill>
                  <a:srgbClr val="8C632D"/>
                </a:solidFill>
                <a:latin typeface="Bookman Old Style" panose="02050604050505020204" pitchFamily="18" charset="0"/>
              </a:rPr>
              <a:t>02 JUNE 2025</a:t>
            </a:r>
          </a:p>
          <a:p>
            <a:pPr algn="r"/>
            <a:endParaRPr lang="en-US" sz="2000" b="1" i="1" dirty="0">
              <a:solidFill>
                <a:srgbClr val="8C632D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87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655</TotalTime>
  <Words>611</Words>
  <Application>Microsoft Office PowerPoint</Application>
  <PresentationFormat>Widescreen</PresentationFormat>
  <Paragraphs>83</Paragraphs>
  <Slides>19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Batang</vt:lpstr>
      <vt:lpstr>Arial</vt:lpstr>
      <vt:lpstr>Arial Black</vt:lpstr>
      <vt:lpstr>Arial Narrow</vt:lpstr>
      <vt:lpstr>Arial Rounded MT Bold</vt:lpstr>
      <vt:lpstr>Bahnschrift</vt:lpstr>
      <vt:lpstr>Bahnschrift Light</vt:lpstr>
      <vt:lpstr>Bahnschrift SemiBold</vt:lpstr>
      <vt:lpstr>Bookman Old Style</vt:lpstr>
      <vt:lpstr>Calibri</vt:lpstr>
      <vt:lpstr>Calibri Light</vt:lpstr>
      <vt:lpstr>Cambria Math</vt:lpstr>
      <vt:lpstr>Candara</vt:lpstr>
      <vt:lpstr>Gabriola</vt:lpstr>
      <vt:lpstr>Georgia</vt:lpstr>
      <vt:lpstr>Trebuchet MS</vt:lpstr>
      <vt:lpstr>Wingdings</vt:lpstr>
      <vt:lpstr>Office Theme</vt:lpstr>
      <vt:lpstr>PowerPoint Presentation</vt:lpstr>
      <vt:lpstr>Let’s Think About This…</vt:lpstr>
      <vt:lpstr>PowerPoint Presentation</vt:lpstr>
      <vt:lpstr>Objective – Why We Chose This Topic?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Varatharaja Abirami</dc:creator>
  <cp:lastModifiedBy>Varatharaja Abirami</cp:lastModifiedBy>
  <cp:revision>10</cp:revision>
  <dcterms:created xsi:type="dcterms:W3CDTF">2025-05-30T13:06:46Z</dcterms:created>
  <dcterms:modified xsi:type="dcterms:W3CDTF">2025-06-01T15:00:17Z</dcterms:modified>
</cp:coreProperties>
</file>